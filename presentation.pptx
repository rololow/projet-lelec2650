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43EABC-C755-4F71-8719-68B478C28436}" v="151" dt="2025-11-13T08:49:24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Warichet" userId="3067925e-a01e-41e5-bd05-e47c8eeade47" providerId="ADAL" clId="{39CC2AFC-3C4D-454A-858D-0750F000BF20}"/>
    <pc:docChg chg="undo custSel addSld delSld modSld">
      <pc:chgData name="Robin Warichet" userId="3067925e-a01e-41e5-bd05-e47c8eeade47" providerId="ADAL" clId="{39CC2AFC-3C4D-454A-858D-0750F000BF20}" dt="2025-11-13T08:52:12.464" v="1255" actId="21"/>
      <pc:docMkLst>
        <pc:docMk/>
      </pc:docMkLst>
      <pc:sldChg chg="addSp modSp mod">
        <pc:chgData name="Robin Warichet" userId="3067925e-a01e-41e5-bd05-e47c8eeade47" providerId="ADAL" clId="{39CC2AFC-3C4D-454A-858D-0750F000BF20}" dt="2025-11-09T08:21:32.936" v="513" actId="790"/>
        <pc:sldMkLst>
          <pc:docMk/>
          <pc:sldMk cId="2944183836" sldId="256"/>
        </pc:sldMkLst>
        <pc:spChg chg="mod">
          <ac:chgData name="Robin Warichet" userId="3067925e-a01e-41e5-bd05-e47c8eeade47" providerId="ADAL" clId="{39CC2AFC-3C4D-454A-858D-0750F000BF20}" dt="2025-11-09T08:21:32.936" v="513" actId="790"/>
          <ac:spMkLst>
            <pc:docMk/>
            <pc:sldMk cId="2944183836" sldId="256"/>
            <ac:spMk id="2" creationId="{5EC3CFD7-93BD-C3C1-3979-E94E088F5AF8}"/>
          </ac:spMkLst>
        </pc:spChg>
        <pc:spChg chg="mod">
          <ac:chgData name="Robin Warichet" userId="3067925e-a01e-41e5-bd05-e47c8eeade47" providerId="ADAL" clId="{39CC2AFC-3C4D-454A-858D-0750F000BF20}" dt="2025-11-09T08:21:32.936" v="513" actId="790"/>
          <ac:spMkLst>
            <pc:docMk/>
            <pc:sldMk cId="2944183836" sldId="256"/>
            <ac:spMk id="3" creationId="{D96EBC80-4F22-234E-F896-26C4351D3236}"/>
          </ac:spMkLst>
        </pc:spChg>
        <pc:picChg chg="add mod">
          <ac:chgData name="Robin Warichet" userId="3067925e-a01e-41e5-bd05-e47c8eeade47" providerId="ADAL" clId="{39CC2AFC-3C4D-454A-858D-0750F000BF20}" dt="2025-11-08T16:48:11.715" v="317" actId="1076"/>
          <ac:picMkLst>
            <pc:docMk/>
            <pc:sldMk cId="2944183836" sldId="256"/>
            <ac:picMk id="5" creationId="{D7F8A585-AE0D-D52B-1EDF-611069F55B63}"/>
          </ac:picMkLst>
        </pc:picChg>
      </pc:sldChg>
      <pc:sldChg chg="modSp mod">
        <pc:chgData name="Robin Warichet" userId="3067925e-a01e-41e5-bd05-e47c8eeade47" providerId="ADAL" clId="{39CC2AFC-3C4D-454A-858D-0750F000BF20}" dt="2025-11-13T08:32:49.137" v="1104" actId="16959"/>
        <pc:sldMkLst>
          <pc:docMk/>
          <pc:sldMk cId="3470904772" sldId="257"/>
        </pc:sldMkLst>
        <pc:spChg chg="mod">
          <ac:chgData name="Robin Warichet" userId="3067925e-a01e-41e5-bd05-e47c8eeade47" providerId="ADAL" clId="{39CC2AFC-3C4D-454A-858D-0750F000BF20}" dt="2025-11-09T08:21:32.936" v="513" actId="790"/>
          <ac:spMkLst>
            <pc:docMk/>
            <pc:sldMk cId="3470904772" sldId="257"/>
            <ac:spMk id="2" creationId="{85FC237E-878E-7F1E-66B6-E65CCD1E6949}"/>
          </ac:spMkLst>
        </pc:spChg>
        <pc:spChg chg="mod">
          <ac:chgData name="Robin Warichet" userId="3067925e-a01e-41e5-bd05-e47c8eeade47" providerId="ADAL" clId="{39CC2AFC-3C4D-454A-858D-0750F000BF20}" dt="2025-11-13T08:32:49.137" v="1104" actId="16959"/>
          <ac:spMkLst>
            <pc:docMk/>
            <pc:sldMk cId="3470904772" sldId="257"/>
            <ac:spMk id="3" creationId="{CBB5875C-3082-2E27-60F0-84DFD328C182}"/>
          </ac:spMkLst>
        </pc:spChg>
      </pc:sldChg>
      <pc:sldChg chg="addSp delSp modSp new mod">
        <pc:chgData name="Robin Warichet" userId="3067925e-a01e-41e5-bd05-e47c8eeade47" providerId="ADAL" clId="{39CC2AFC-3C4D-454A-858D-0750F000BF20}" dt="2025-11-13T08:52:12.464" v="1255" actId="21"/>
        <pc:sldMkLst>
          <pc:docMk/>
          <pc:sldMk cId="2446308007" sldId="258"/>
        </pc:sldMkLst>
        <pc:spChg chg="add del mod">
          <ac:chgData name="Robin Warichet" userId="3067925e-a01e-41e5-bd05-e47c8eeade47" providerId="ADAL" clId="{39CC2AFC-3C4D-454A-858D-0750F000BF20}" dt="2025-11-13T08:52:12.464" v="1255" actId="21"/>
          <ac:spMkLst>
            <pc:docMk/>
            <pc:sldMk cId="2446308007" sldId="258"/>
            <ac:spMk id="2" creationId="{D1E629F4-6D72-5D61-2E08-9CF8545F05E0}"/>
          </ac:spMkLst>
        </pc:spChg>
        <pc:spChg chg="add mod">
          <ac:chgData name="Robin Warichet" userId="3067925e-a01e-41e5-bd05-e47c8eeade47" providerId="ADAL" clId="{39CC2AFC-3C4D-454A-858D-0750F000BF20}" dt="2025-11-13T08:43:40.026" v="1178" actId="20577"/>
          <ac:spMkLst>
            <pc:docMk/>
            <pc:sldMk cId="2446308007" sldId="258"/>
            <ac:spMk id="3" creationId="{A04726B9-C1C8-5E62-A1CC-7874102F4274}"/>
          </ac:spMkLst>
        </pc:spChg>
        <pc:spChg chg="add mod">
          <ac:chgData name="Robin Warichet" userId="3067925e-a01e-41e5-bd05-e47c8eeade47" providerId="ADAL" clId="{39CC2AFC-3C4D-454A-858D-0750F000BF20}" dt="2025-11-11T18:20:08.390" v="750" actId="1076"/>
          <ac:spMkLst>
            <pc:docMk/>
            <pc:sldMk cId="2446308007" sldId="258"/>
            <ac:spMk id="4" creationId="{6720F5B8-74B0-C2A2-A46D-EBA909D5C0BC}"/>
          </ac:spMkLst>
        </pc:spChg>
        <pc:spChg chg="add mod">
          <ac:chgData name="Robin Warichet" userId="3067925e-a01e-41e5-bd05-e47c8eeade47" providerId="ADAL" clId="{39CC2AFC-3C4D-454A-858D-0750F000BF20}" dt="2025-11-11T23:35:40.318" v="1003" actId="207"/>
          <ac:spMkLst>
            <pc:docMk/>
            <pc:sldMk cId="2446308007" sldId="258"/>
            <ac:spMk id="5" creationId="{9069DC42-2378-5D07-D6B1-E582F609D9F7}"/>
          </ac:spMkLst>
        </pc:spChg>
        <pc:spChg chg="add mod">
          <ac:chgData name="Robin Warichet" userId="3067925e-a01e-41e5-bd05-e47c8eeade47" providerId="ADAL" clId="{39CC2AFC-3C4D-454A-858D-0750F000BF20}" dt="2025-11-09T08:21:32.936" v="513" actId="790"/>
          <ac:spMkLst>
            <pc:docMk/>
            <pc:sldMk cId="2446308007" sldId="258"/>
            <ac:spMk id="6" creationId="{ABCACA11-9D0C-A150-1A15-6427023AFEF2}"/>
          </ac:spMkLst>
        </pc:spChg>
        <pc:spChg chg="add mod">
          <ac:chgData name="Robin Warichet" userId="3067925e-a01e-41e5-bd05-e47c8eeade47" providerId="ADAL" clId="{39CC2AFC-3C4D-454A-858D-0750F000BF20}" dt="2025-11-12T13:01:13.511" v="1035" actId="1037"/>
          <ac:spMkLst>
            <pc:docMk/>
            <pc:sldMk cId="2446308007" sldId="258"/>
            <ac:spMk id="7" creationId="{2D428867-C12B-30B1-A8F2-A2CF7253414B}"/>
          </ac:spMkLst>
        </pc:spChg>
        <pc:spChg chg="add mod">
          <ac:chgData name="Robin Warichet" userId="3067925e-a01e-41e5-bd05-e47c8eeade47" providerId="ADAL" clId="{39CC2AFC-3C4D-454A-858D-0750F000BF20}" dt="2025-11-12T13:03:29.479" v="1036" actId="14100"/>
          <ac:spMkLst>
            <pc:docMk/>
            <pc:sldMk cId="2446308007" sldId="258"/>
            <ac:spMk id="8" creationId="{7FF1A1F4-E2C3-4A07-3DD7-76BA14F64DA5}"/>
          </ac:spMkLst>
        </pc:spChg>
        <pc:spChg chg="add mod">
          <ac:chgData name="Robin Warichet" userId="3067925e-a01e-41e5-bd05-e47c8eeade47" providerId="ADAL" clId="{39CC2AFC-3C4D-454A-858D-0750F000BF20}" dt="2025-11-11T23:37:36.001" v="1027" actId="207"/>
          <ac:spMkLst>
            <pc:docMk/>
            <pc:sldMk cId="2446308007" sldId="258"/>
            <ac:spMk id="9" creationId="{72F82E90-ADA8-B4AB-58A1-3D4D6A99F3B6}"/>
          </ac:spMkLst>
        </pc:spChg>
        <pc:spChg chg="add mod">
          <ac:chgData name="Robin Warichet" userId="3067925e-a01e-41e5-bd05-e47c8eeade47" providerId="ADAL" clId="{39CC2AFC-3C4D-454A-858D-0750F000BF20}" dt="2025-11-11T17:55:31.867" v="628" actId="14100"/>
          <ac:spMkLst>
            <pc:docMk/>
            <pc:sldMk cId="2446308007" sldId="258"/>
            <ac:spMk id="10" creationId="{CC35FF30-8010-3DFD-163F-4A3CA5C77071}"/>
          </ac:spMkLst>
        </pc:spChg>
        <pc:spChg chg="add del mod">
          <ac:chgData name="Robin Warichet" userId="3067925e-a01e-41e5-bd05-e47c8eeade47" providerId="ADAL" clId="{39CC2AFC-3C4D-454A-858D-0750F000BF20}" dt="2025-11-13T08:52:12.464" v="1255" actId="21"/>
          <ac:spMkLst>
            <pc:docMk/>
            <pc:sldMk cId="2446308007" sldId="258"/>
            <ac:spMk id="11" creationId="{AB294526-9276-A533-2313-6C6AF00D628B}"/>
          </ac:spMkLst>
        </pc:spChg>
        <pc:spChg chg="add del mod">
          <ac:chgData name="Robin Warichet" userId="3067925e-a01e-41e5-bd05-e47c8eeade47" providerId="ADAL" clId="{39CC2AFC-3C4D-454A-858D-0750F000BF20}" dt="2025-11-13T08:52:12.464" v="1255" actId="21"/>
          <ac:spMkLst>
            <pc:docMk/>
            <pc:sldMk cId="2446308007" sldId="258"/>
            <ac:spMk id="12" creationId="{7D309476-4987-CC4A-F47C-1B805AA82463}"/>
          </ac:spMkLst>
        </pc:spChg>
        <pc:spChg chg="add mod">
          <ac:chgData name="Robin Warichet" userId="3067925e-a01e-41e5-bd05-e47c8eeade47" providerId="ADAL" clId="{39CC2AFC-3C4D-454A-858D-0750F000BF20}" dt="2025-11-11T17:55:56.650" v="636" actId="14100"/>
          <ac:spMkLst>
            <pc:docMk/>
            <pc:sldMk cId="2446308007" sldId="258"/>
            <ac:spMk id="13" creationId="{DA0D052E-2068-BA4D-C81C-A89BDC3BCF36}"/>
          </ac:spMkLst>
        </pc:spChg>
        <pc:spChg chg="add mod">
          <ac:chgData name="Robin Warichet" userId="3067925e-a01e-41e5-bd05-e47c8eeade47" providerId="ADAL" clId="{39CC2AFC-3C4D-454A-858D-0750F000BF20}" dt="2025-11-13T08:42:10.525" v="1114" actId="14100"/>
          <ac:spMkLst>
            <pc:docMk/>
            <pc:sldMk cId="2446308007" sldId="258"/>
            <ac:spMk id="14" creationId="{3FD2BEBE-6DD8-EE5C-71C9-B24736749E99}"/>
          </ac:spMkLst>
        </pc:spChg>
        <pc:spChg chg="add mod">
          <ac:chgData name="Robin Warichet" userId="3067925e-a01e-41e5-bd05-e47c8eeade47" providerId="ADAL" clId="{39CC2AFC-3C4D-454A-858D-0750F000BF20}" dt="2025-11-13T08:42:23.076" v="1124" actId="14100"/>
          <ac:spMkLst>
            <pc:docMk/>
            <pc:sldMk cId="2446308007" sldId="258"/>
            <ac:spMk id="16" creationId="{4B01B0E1-3285-B5EC-4C13-875DCA2D6B7C}"/>
          </ac:spMkLst>
        </pc:spChg>
        <pc:spChg chg="add mod">
          <ac:chgData name="Robin Warichet" userId="3067925e-a01e-41e5-bd05-e47c8eeade47" providerId="ADAL" clId="{39CC2AFC-3C4D-454A-858D-0750F000BF20}" dt="2025-11-11T18:22:34.465" v="774" actId="1038"/>
          <ac:spMkLst>
            <pc:docMk/>
            <pc:sldMk cId="2446308007" sldId="258"/>
            <ac:spMk id="18" creationId="{F5E26DAC-CA73-9DF3-CCD5-474F2F086311}"/>
          </ac:spMkLst>
        </pc:spChg>
        <pc:spChg chg="add mod">
          <ac:chgData name="Robin Warichet" userId="3067925e-a01e-41e5-bd05-e47c8eeade47" providerId="ADAL" clId="{39CC2AFC-3C4D-454A-858D-0750F000BF20}" dt="2025-11-13T08:42:50.716" v="1145" actId="14100"/>
          <ac:spMkLst>
            <pc:docMk/>
            <pc:sldMk cId="2446308007" sldId="258"/>
            <ac:spMk id="19" creationId="{9CEA195E-5303-6C1F-0A7C-52D4796A5F4E}"/>
          </ac:spMkLst>
        </pc:spChg>
        <pc:spChg chg="add mod">
          <ac:chgData name="Robin Warichet" userId="3067925e-a01e-41e5-bd05-e47c8eeade47" providerId="ADAL" clId="{39CC2AFC-3C4D-454A-858D-0750F000BF20}" dt="2025-11-13T08:42:42.372" v="1137" actId="20577"/>
          <ac:spMkLst>
            <pc:docMk/>
            <pc:sldMk cId="2446308007" sldId="258"/>
            <ac:spMk id="23" creationId="{0B19D1B8-7F67-D272-CE01-8C43F9C1CE80}"/>
          </ac:spMkLst>
        </pc:spChg>
        <pc:spChg chg="add mod">
          <ac:chgData name="Robin Warichet" userId="3067925e-a01e-41e5-bd05-e47c8eeade47" providerId="ADAL" clId="{39CC2AFC-3C4D-454A-858D-0750F000BF20}" dt="2025-11-13T08:42:58.542" v="1153" actId="14100"/>
          <ac:spMkLst>
            <pc:docMk/>
            <pc:sldMk cId="2446308007" sldId="258"/>
            <ac:spMk id="26" creationId="{0BD331B7-FB05-2E89-26DB-7D9FDDBA1001}"/>
          </ac:spMkLst>
        </pc:spChg>
        <pc:spChg chg="add mod">
          <ac:chgData name="Robin Warichet" userId="3067925e-a01e-41e5-bd05-e47c8eeade47" providerId="ADAL" clId="{39CC2AFC-3C4D-454A-858D-0750F000BF20}" dt="2025-11-11T18:22:34.465" v="774" actId="1038"/>
          <ac:spMkLst>
            <pc:docMk/>
            <pc:sldMk cId="2446308007" sldId="258"/>
            <ac:spMk id="29" creationId="{F8922C40-74BA-0902-0547-0B682415A37D}"/>
          </ac:spMkLst>
        </pc:spChg>
        <pc:spChg chg="add mod">
          <ac:chgData name="Robin Warichet" userId="3067925e-a01e-41e5-bd05-e47c8eeade47" providerId="ADAL" clId="{39CC2AFC-3C4D-454A-858D-0750F000BF20}" dt="2025-11-13T08:41:58.528" v="1106" actId="1076"/>
          <ac:spMkLst>
            <pc:docMk/>
            <pc:sldMk cId="2446308007" sldId="258"/>
            <ac:spMk id="30" creationId="{CDB8E966-1265-1F7E-C755-DC0D98CD1602}"/>
          </ac:spMkLst>
        </pc:spChg>
        <pc:spChg chg="add mod">
          <ac:chgData name="Robin Warichet" userId="3067925e-a01e-41e5-bd05-e47c8eeade47" providerId="ADAL" clId="{39CC2AFC-3C4D-454A-858D-0750F000BF20}" dt="2025-11-13T08:43:13.480" v="1161" actId="14100"/>
          <ac:spMkLst>
            <pc:docMk/>
            <pc:sldMk cId="2446308007" sldId="258"/>
            <ac:spMk id="32" creationId="{4B80D1A3-B68B-A651-78E1-A9F263040312}"/>
          </ac:spMkLst>
        </pc:spChg>
        <pc:spChg chg="add mod">
          <ac:chgData name="Robin Warichet" userId="3067925e-a01e-41e5-bd05-e47c8eeade47" providerId="ADAL" clId="{39CC2AFC-3C4D-454A-858D-0750F000BF20}" dt="2025-11-11T18:22:34.465" v="774" actId="1038"/>
          <ac:spMkLst>
            <pc:docMk/>
            <pc:sldMk cId="2446308007" sldId="258"/>
            <ac:spMk id="35" creationId="{286705A8-575E-16F1-7DA9-B5635CD60FCA}"/>
          </ac:spMkLst>
        </pc:spChg>
        <pc:spChg chg="add mod">
          <ac:chgData name="Robin Warichet" userId="3067925e-a01e-41e5-bd05-e47c8eeade47" providerId="ADAL" clId="{39CC2AFC-3C4D-454A-858D-0750F000BF20}" dt="2025-11-13T08:43:28.250" v="1173" actId="14100"/>
          <ac:spMkLst>
            <pc:docMk/>
            <pc:sldMk cId="2446308007" sldId="258"/>
            <ac:spMk id="38" creationId="{93E06372-62CA-6A70-C5DF-304ECBD1C8B1}"/>
          </ac:spMkLst>
        </pc:spChg>
        <pc:spChg chg="add mod">
          <ac:chgData name="Robin Warichet" userId="3067925e-a01e-41e5-bd05-e47c8eeade47" providerId="ADAL" clId="{39CC2AFC-3C4D-454A-858D-0750F000BF20}" dt="2025-11-11T21:04:22.172" v="802" actId="207"/>
          <ac:spMkLst>
            <pc:docMk/>
            <pc:sldMk cId="2446308007" sldId="258"/>
            <ac:spMk id="39" creationId="{E0EF13F4-E3C6-46A5-694C-F68C76F02302}"/>
          </ac:spMkLst>
        </pc:spChg>
        <pc:spChg chg="add mod">
          <ac:chgData name="Robin Warichet" userId="3067925e-a01e-41e5-bd05-e47c8eeade47" providerId="ADAL" clId="{39CC2AFC-3C4D-454A-858D-0750F000BF20}" dt="2025-11-13T08:41:58.528" v="1106" actId="1076"/>
          <ac:spMkLst>
            <pc:docMk/>
            <pc:sldMk cId="2446308007" sldId="258"/>
            <ac:spMk id="42" creationId="{DAB954B1-7746-14FF-C436-BECDDC10F13C}"/>
          </ac:spMkLst>
        </pc:spChg>
        <pc:spChg chg="add mod">
          <ac:chgData name="Robin Warichet" userId="3067925e-a01e-41e5-bd05-e47c8eeade47" providerId="ADAL" clId="{39CC2AFC-3C4D-454A-858D-0750F000BF20}" dt="2025-11-11T21:06:09.934" v="831" actId="14100"/>
          <ac:spMkLst>
            <pc:docMk/>
            <pc:sldMk cId="2446308007" sldId="258"/>
            <ac:spMk id="45" creationId="{136CADF6-596F-5F50-C1E4-390676D6806C}"/>
          </ac:spMkLst>
        </pc:spChg>
        <pc:spChg chg="add mod">
          <ac:chgData name="Robin Warichet" userId="3067925e-a01e-41e5-bd05-e47c8eeade47" providerId="ADAL" clId="{39CC2AFC-3C4D-454A-858D-0750F000BF20}" dt="2025-11-11T21:06:17.781" v="832" actId="1076"/>
          <ac:spMkLst>
            <pc:docMk/>
            <pc:sldMk cId="2446308007" sldId="258"/>
            <ac:spMk id="50" creationId="{D7594F77-69EB-BC76-A504-E78F130180AE}"/>
          </ac:spMkLst>
        </pc:spChg>
        <pc:spChg chg="add mod ord">
          <ac:chgData name="Robin Warichet" userId="3067925e-a01e-41e5-bd05-e47c8eeade47" providerId="ADAL" clId="{39CC2AFC-3C4D-454A-858D-0750F000BF20}" dt="2025-11-11T21:06:42.891" v="835" actId="1076"/>
          <ac:spMkLst>
            <pc:docMk/>
            <pc:sldMk cId="2446308007" sldId="258"/>
            <ac:spMk id="58" creationId="{90780590-57C5-A700-B638-9DB7A021D81C}"/>
          </ac:spMkLst>
        </pc:spChg>
        <pc:spChg chg="add mod">
          <ac:chgData name="Robin Warichet" userId="3067925e-a01e-41e5-bd05-e47c8eeade47" providerId="ADAL" clId="{39CC2AFC-3C4D-454A-858D-0750F000BF20}" dt="2025-11-11T18:25:20.042" v="801" actId="1076"/>
          <ac:spMkLst>
            <pc:docMk/>
            <pc:sldMk cId="2446308007" sldId="258"/>
            <ac:spMk id="61" creationId="{83D87D17-A710-91AB-3A89-D35681EB4D58}"/>
          </ac:spMkLst>
        </pc:spChg>
        <pc:spChg chg="add mod">
          <ac:chgData name="Robin Warichet" userId="3067925e-a01e-41e5-bd05-e47c8eeade47" providerId="ADAL" clId="{39CC2AFC-3C4D-454A-858D-0750F000BF20}" dt="2025-11-11T21:10:08.634" v="901" actId="207"/>
          <ac:spMkLst>
            <pc:docMk/>
            <pc:sldMk cId="2446308007" sldId="258"/>
            <ac:spMk id="65" creationId="{1CF386B5-2914-BA75-453A-307D8BDC4368}"/>
          </ac:spMkLst>
        </pc:spChg>
        <pc:spChg chg="add mod">
          <ac:chgData name="Robin Warichet" userId="3067925e-a01e-41e5-bd05-e47c8eeade47" providerId="ADAL" clId="{39CC2AFC-3C4D-454A-858D-0750F000BF20}" dt="2025-11-11T21:08:02.014" v="863" actId="1076"/>
          <ac:spMkLst>
            <pc:docMk/>
            <pc:sldMk cId="2446308007" sldId="258"/>
            <ac:spMk id="76" creationId="{70A02DBF-58DE-1E8F-0AA9-D46F2646C7B3}"/>
          </ac:spMkLst>
        </pc:spChg>
        <pc:spChg chg="add mod">
          <ac:chgData name="Robin Warichet" userId="3067925e-a01e-41e5-bd05-e47c8eeade47" providerId="ADAL" clId="{39CC2AFC-3C4D-454A-858D-0750F000BF20}" dt="2025-11-11T21:08:04.293" v="864" actId="1076"/>
          <ac:spMkLst>
            <pc:docMk/>
            <pc:sldMk cId="2446308007" sldId="258"/>
            <ac:spMk id="82" creationId="{40ADFFC1-D629-938E-D366-AA14F14AA088}"/>
          </ac:spMkLst>
        </pc:spChg>
        <pc:spChg chg="add mod">
          <ac:chgData name="Robin Warichet" userId="3067925e-a01e-41e5-bd05-e47c8eeade47" providerId="ADAL" clId="{39CC2AFC-3C4D-454A-858D-0750F000BF20}" dt="2025-11-11T21:08:37.475" v="874" actId="20577"/>
          <ac:spMkLst>
            <pc:docMk/>
            <pc:sldMk cId="2446308007" sldId="258"/>
            <ac:spMk id="88" creationId="{5FFAFAA2-A576-221F-EB61-FDB13F583821}"/>
          </ac:spMkLst>
        </pc:spChg>
        <pc:spChg chg="add mod">
          <ac:chgData name="Robin Warichet" userId="3067925e-a01e-41e5-bd05-e47c8eeade47" providerId="ADAL" clId="{39CC2AFC-3C4D-454A-858D-0750F000BF20}" dt="2025-11-13T08:47:59.702" v="1212" actId="207"/>
          <ac:spMkLst>
            <pc:docMk/>
            <pc:sldMk cId="2446308007" sldId="258"/>
            <ac:spMk id="93" creationId="{B1D6D1B1-649C-6617-3A0F-C72C70CEBF3E}"/>
          </ac:spMkLst>
        </pc:spChg>
        <pc:spChg chg="add mod">
          <ac:chgData name="Robin Warichet" userId="3067925e-a01e-41e5-bd05-e47c8eeade47" providerId="ADAL" clId="{39CC2AFC-3C4D-454A-858D-0750F000BF20}" dt="2025-11-11T21:09:28.219" v="889" actId="1076"/>
          <ac:spMkLst>
            <pc:docMk/>
            <pc:sldMk cId="2446308007" sldId="258"/>
            <ac:spMk id="99" creationId="{61E06221-A431-AEAF-2A42-537889EDCE33}"/>
          </ac:spMkLst>
        </pc:spChg>
        <pc:spChg chg="add mod">
          <ac:chgData name="Robin Warichet" userId="3067925e-a01e-41e5-bd05-e47c8eeade47" providerId="ADAL" clId="{39CC2AFC-3C4D-454A-858D-0750F000BF20}" dt="2025-11-11T21:09:45.554" v="897" actId="20577"/>
          <ac:spMkLst>
            <pc:docMk/>
            <pc:sldMk cId="2446308007" sldId="258"/>
            <ac:spMk id="100" creationId="{8030A562-51C6-8648-6394-504960E5632A}"/>
          </ac:spMkLst>
        </pc:spChg>
        <pc:spChg chg="add mod">
          <ac:chgData name="Robin Warichet" userId="3067925e-a01e-41e5-bd05-e47c8eeade47" providerId="ADAL" clId="{39CC2AFC-3C4D-454A-858D-0750F000BF20}" dt="2025-11-11T21:10:26.373" v="909" actId="20577"/>
          <ac:spMkLst>
            <pc:docMk/>
            <pc:sldMk cId="2446308007" sldId="258"/>
            <ac:spMk id="106" creationId="{5F4C8EC3-9C6F-7564-01B4-E0D2F6B99D58}"/>
          </ac:spMkLst>
        </pc:spChg>
        <pc:spChg chg="add mod">
          <ac:chgData name="Robin Warichet" userId="3067925e-a01e-41e5-bd05-e47c8eeade47" providerId="ADAL" clId="{39CC2AFC-3C4D-454A-858D-0750F000BF20}" dt="2025-11-13T08:49:40.847" v="1229" actId="947"/>
          <ac:spMkLst>
            <pc:docMk/>
            <pc:sldMk cId="2446308007" sldId="258"/>
            <ac:spMk id="107" creationId="{F8334F61-8516-A64B-F1A9-42F8C5D282A1}"/>
          </ac:spMkLst>
        </pc:spChg>
        <pc:spChg chg="add mod ord">
          <ac:chgData name="Robin Warichet" userId="3067925e-a01e-41e5-bd05-e47c8eeade47" providerId="ADAL" clId="{39CC2AFC-3C4D-454A-858D-0750F000BF20}" dt="2025-11-11T21:10:54.726" v="920" actId="20577"/>
          <ac:spMkLst>
            <pc:docMk/>
            <pc:sldMk cId="2446308007" sldId="258"/>
            <ac:spMk id="109" creationId="{FABCA423-3A32-9525-2D71-3AC73329A82F}"/>
          </ac:spMkLst>
        </pc:spChg>
        <pc:spChg chg="add mod">
          <ac:chgData name="Robin Warichet" userId="3067925e-a01e-41e5-bd05-e47c8eeade47" providerId="ADAL" clId="{39CC2AFC-3C4D-454A-858D-0750F000BF20}" dt="2025-11-11T21:12:35.581" v="962" actId="20577"/>
          <ac:spMkLst>
            <pc:docMk/>
            <pc:sldMk cId="2446308007" sldId="258"/>
            <ac:spMk id="110" creationId="{8F207E79-9132-D091-BD41-230D2554550E}"/>
          </ac:spMkLst>
        </pc:spChg>
        <pc:spChg chg="add mod">
          <ac:chgData name="Robin Warichet" userId="3067925e-a01e-41e5-bd05-e47c8eeade47" providerId="ADAL" clId="{39CC2AFC-3C4D-454A-858D-0750F000BF20}" dt="2025-11-11T21:11:53.848" v="955" actId="20577"/>
          <ac:spMkLst>
            <pc:docMk/>
            <pc:sldMk cId="2446308007" sldId="258"/>
            <ac:spMk id="111" creationId="{C4379410-1942-553B-BDFB-89327A474F58}"/>
          </ac:spMkLst>
        </pc:spChg>
        <pc:spChg chg="add mod">
          <ac:chgData name="Robin Warichet" userId="3067925e-a01e-41e5-bd05-e47c8eeade47" providerId="ADAL" clId="{39CC2AFC-3C4D-454A-858D-0750F000BF20}" dt="2025-11-11T21:11:24.235" v="928" actId="20577"/>
          <ac:spMkLst>
            <pc:docMk/>
            <pc:sldMk cId="2446308007" sldId="258"/>
            <ac:spMk id="112" creationId="{03D6663E-F9DF-9126-310B-AA717E1A3D90}"/>
          </ac:spMkLst>
        </pc:spChg>
        <pc:spChg chg="add mod">
          <ac:chgData name="Robin Warichet" userId="3067925e-a01e-41e5-bd05-e47c8eeade47" providerId="ADAL" clId="{39CC2AFC-3C4D-454A-858D-0750F000BF20}" dt="2025-11-11T21:11:35.707" v="936" actId="20577"/>
          <ac:spMkLst>
            <pc:docMk/>
            <pc:sldMk cId="2446308007" sldId="258"/>
            <ac:spMk id="113" creationId="{425BF388-9F2F-DA63-A578-1ECF112E3074}"/>
          </ac:spMkLst>
        </pc:spChg>
        <pc:spChg chg="add mod">
          <ac:chgData name="Robin Warichet" userId="3067925e-a01e-41e5-bd05-e47c8eeade47" providerId="ADAL" clId="{39CC2AFC-3C4D-454A-858D-0750F000BF20}" dt="2025-11-11T21:11:31.682" v="932" actId="20577"/>
          <ac:spMkLst>
            <pc:docMk/>
            <pc:sldMk cId="2446308007" sldId="258"/>
            <ac:spMk id="115" creationId="{6C59C997-EA7C-59F3-1542-6732C2CCD283}"/>
          </ac:spMkLst>
        </pc:spChg>
        <pc:spChg chg="add mod">
          <ac:chgData name="Robin Warichet" userId="3067925e-a01e-41e5-bd05-e47c8eeade47" providerId="ADAL" clId="{39CC2AFC-3C4D-454A-858D-0750F000BF20}" dt="2025-11-11T21:11:40.496" v="940" actId="20577"/>
          <ac:spMkLst>
            <pc:docMk/>
            <pc:sldMk cId="2446308007" sldId="258"/>
            <ac:spMk id="118" creationId="{678A6703-EF8C-9B84-F0CB-ADCB016CAB4A}"/>
          </ac:spMkLst>
        </pc:spChg>
        <pc:spChg chg="add mod">
          <ac:chgData name="Robin Warichet" userId="3067925e-a01e-41e5-bd05-e47c8eeade47" providerId="ADAL" clId="{39CC2AFC-3C4D-454A-858D-0750F000BF20}" dt="2025-11-11T21:11:15.669" v="922" actId="1076"/>
          <ac:spMkLst>
            <pc:docMk/>
            <pc:sldMk cId="2446308007" sldId="258"/>
            <ac:spMk id="121" creationId="{4B2932C2-92D8-D916-B2A1-8ECAA566B791}"/>
          </ac:spMkLst>
        </pc:spChg>
        <pc:spChg chg="add mod">
          <ac:chgData name="Robin Warichet" userId="3067925e-a01e-41e5-bd05-e47c8eeade47" providerId="ADAL" clId="{39CC2AFC-3C4D-454A-858D-0750F000BF20}" dt="2025-11-11T21:11:45.546" v="947" actId="20577"/>
          <ac:spMkLst>
            <pc:docMk/>
            <pc:sldMk cId="2446308007" sldId="258"/>
            <ac:spMk id="122" creationId="{DA72E034-BD80-CE09-DCDC-8E098ACD28BA}"/>
          </ac:spMkLst>
        </pc:spChg>
        <pc:spChg chg="add mod">
          <ac:chgData name="Robin Warichet" userId="3067925e-a01e-41e5-bd05-e47c8eeade47" providerId="ADAL" clId="{39CC2AFC-3C4D-454A-858D-0750F000BF20}" dt="2025-11-11T21:11:50.082" v="951" actId="20577"/>
          <ac:spMkLst>
            <pc:docMk/>
            <pc:sldMk cId="2446308007" sldId="258"/>
            <ac:spMk id="125" creationId="{120852AE-3CAD-9752-C79C-AD2B592C3F96}"/>
          </ac:spMkLst>
        </pc:spChg>
        <pc:spChg chg="add mod">
          <ac:chgData name="Robin Warichet" userId="3067925e-a01e-41e5-bd05-e47c8eeade47" providerId="ADAL" clId="{39CC2AFC-3C4D-454A-858D-0750F000BF20}" dt="2025-11-11T23:37:41.884" v="1028" actId="207"/>
          <ac:spMkLst>
            <pc:docMk/>
            <pc:sldMk cId="2446308007" sldId="258"/>
            <ac:spMk id="130" creationId="{ECF750DD-C516-95AD-2EF4-E32B0A4DA704}"/>
          </ac:spMkLst>
        </pc:spChg>
        <pc:spChg chg="add mod">
          <ac:chgData name="Robin Warichet" userId="3067925e-a01e-41e5-bd05-e47c8eeade47" providerId="ADAL" clId="{39CC2AFC-3C4D-454A-858D-0750F000BF20}" dt="2025-11-11T23:37:43.913" v="1029" actId="207"/>
          <ac:spMkLst>
            <pc:docMk/>
            <pc:sldMk cId="2446308007" sldId="258"/>
            <ac:spMk id="131" creationId="{EE43A514-8D83-EBC2-2471-6280252A8A58}"/>
          </ac:spMkLst>
        </pc:spChg>
        <pc:spChg chg="add mod">
          <ac:chgData name="Robin Warichet" userId="3067925e-a01e-41e5-bd05-e47c8eeade47" providerId="ADAL" clId="{39CC2AFC-3C4D-454A-858D-0750F000BF20}" dt="2025-11-11T23:36:00.252" v="1011" actId="20577"/>
          <ac:spMkLst>
            <pc:docMk/>
            <pc:sldMk cId="2446308007" sldId="258"/>
            <ac:spMk id="136" creationId="{A0174897-043A-2377-3D2E-D94A5AEF6779}"/>
          </ac:spMkLst>
        </pc:spChg>
        <pc:spChg chg="add mod">
          <ac:chgData name="Robin Warichet" userId="3067925e-a01e-41e5-bd05-e47c8eeade47" providerId="ADAL" clId="{39CC2AFC-3C4D-454A-858D-0750F000BF20}" dt="2025-11-11T23:34:42.704" v="978" actId="20577"/>
          <ac:spMkLst>
            <pc:docMk/>
            <pc:sldMk cId="2446308007" sldId="258"/>
            <ac:spMk id="137" creationId="{18CE7F48-4CFD-522E-998E-CCC6E9B7EE0B}"/>
          </ac:spMkLst>
        </pc:spChg>
        <pc:spChg chg="add mod">
          <ac:chgData name="Robin Warichet" userId="3067925e-a01e-41e5-bd05-e47c8eeade47" providerId="ADAL" clId="{39CC2AFC-3C4D-454A-858D-0750F000BF20}" dt="2025-11-11T23:35:51.389" v="1007" actId="20577"/>
          <ac:spMkLst>
            <pc:docMk/>
            <pc:sldMk cId="2446308007" sldId="258"/>
            <ac:spMk id="138" creationId="{4B148584-F957-3103-5198-B0F440D10250}"/>
          </ac:spMkLst>
        </pc:spChg>
        <pc:spChg chg="add mod">
          <ac:chgData name="Robin Warichet" userId="3067925e-a01e-41e5-bd05-e47c8eeade47" providerId="ADAL" clId="{39CC2AFC-3C4D-454A-858D-0750F000BF20}" dt="2025-11-11T23:35:00.802" v="990" actId="20577"/>
          <ac:spMkLst>
            <pc:docMk/>
            <pc:sldMk cId="2446308007" sldId="258"/>
            <ac:spMk id="139" creationId="{34A692DD-BB23-DDA8-8C2A-289F1B9E4467}"/>
          </ac:spMkLst>
        </pc:spChg>
        <pc:spChg chg="add mod">
          <ac:chgData name="Robin Warichet" userId="3067925e-a01e-41e5-bd05-e47c8eeade47" providerId="ADAL" clId="{39CC2AFC-3C4D-454A-858D-0750F000BF20}" dt="2025-11-11T23:35:05.253" v="994" actId="20577"/>
          <ac:spMkLst>
            <pc:docMk/>
            <pc:sldMk cId="2446308007" sldId="258"/>
            <ac:spMk id="141" creationId="{B0A2D3CA-6F27-EB7E-8D77-5A29D012E371}"/>
          </ac:spMkLst>
        </pc:spChg>
        <pc:spChg chg="add mod">
          <ac:chgData name="Robin Warichet" userId="3067925e-a01e-41e5-bd05-e47c8eeade47" providerId="ADAL" clId="{39CC2AFC-3C4D-454A-858D-0750F000BF20}" dt="2025-11-11T23:35:11.099" v="998" actId="20577"/>
          <ac:spMkLst>
            <pc:docMk/>
            <pc:sldMk cId="2446308007" sldId="258"/>
            <ac:spMk id="144" creationId="{CB78A301-0ABC-3F1B-3474-BE86383F62F6}"/>
          </ac:spMkLst>
        </pc:spChg>
        <pc:spChg chg="add mod">
          <ac:chgData name="Robin Warichet" userId="3067925e-a01e-41e5-bd05-e47c8eeade47" providerId="ADAL" clId="{39CC2AFC-3C4D-454A-858D-0750F000BF20}" dt="2025-11-11T23:34:37.767" v="974" actId="1076"/>
          <ac:spMkLst>
            <pc:docMk/>
            <pc:sldMk cId="2446308007" sldId="258"/>
            <ac:spMk id="147" creationId="{22490F66-315A-625E-9817-28C58C4666F9}"/>
          </ac:spMkLst>
        </pc:spChg>
        <pc:spChg chg="add mod">
          <ac:chgData name="Robin Warichet" userId="3067925e-a01e-41e5-bd05-e47c8eeade47" providerId="ADAL" clId="{39CC2AFC-3C4D-454A-858D-0750F000BF20}" dt="2025-11-11T23:34:56.442" v="986" actId="20577"/>
          <ac:spMkLst>
            <pc:docMk/>
            <pc:sldMk cId="2446308007" sldId="258"/>
            <ac:spMk id="148" creationId="{B5A8F3F1-D967-C65B-D8E4-89B4EAF41E0B}"/>
          </ac:spMkLst>
        </pc:spChg>
        <pc:spChg chg="add mod">
          <ac:chgData name="Robin Warichet" userId="3067925e-a01e-41e5-bd05-e47c8eeade47" providerId="ADAL" clId="{39CC2AFC-3C4D-454A-858D-0750F000BF20}" dt="2025-11-11T23:34:51.084" v="982" actId="20577"/>
          <ac:spMkLst>
            <pc:docMk/>
            <pc:sldMk cId="2446308007" sldId="258"/>
            <ac:spMk id="151" creationId="{690C238A-3B21-F2B4-B4B2-9EA06F25D222}"/>
          </ac:spMkLst>
        </pc:spChg>
        <pc:spChg chg="add mod">
          <ac:chgData name="Robin Warichet" userId="3067925e-a01e-41e5-bd05-e47c8eeade47" providerId="ADAL" clId="{39CC2AFC-3C4D-454A-858D-0750F000BF20}" dt="2025-11-11T23:37:46.041" v="1030" actId="207"/>
          <ac:spMkLst>
            <pc:docMk/>
            <pc:sldMk cId="2446308007" sldId="258"/>
            <ac:spMk id="153" creationId="{67E69CB0-93ED-1812-8E6C-4FB715F5E14E}"/>
          </ac:spMkLst>
        </pc:spChg>
        <pc:spChg chg="add del mod ord">
          <ac:chgData name="Robin Warichet" userId="3067925e-a01e-41e5-bd05-e47c8eeade47" providerId="ADAL" clId="{39CC2AFC-3C4D-454A-858D-0750F000BF20}" dt="2025-11-13T08:52:12.464" v="1255" actId="21"/>
          <ac:spMkLst>
            <pc:docMk/>
            <pc:sldMk cId="2446308007" sldId="258"/>
            <ac:spMk id="157" creationId="{62B3B808-9C77-CF01-6BD8-C6C36DAD4E14}"/>
          </ac:spMkLst>
        </pc:spChg>
        <pc:cxnChg chg="add">
          <ac:chgData name="Robin Warichet" userId="3067925e-a01e-41e5-bd05-e47c8eeade47" providerId="ADAL" clId="{39CC2AFC-3C4D-454A-858D-0750F000BF20}" dt="2025-11-11T17:56:05.302" v="637" actId="11529"/>
          <ac:cxnSpMkLst>
            <pc:docMk/>
            <pc:sldMk cId="2446308007" sldId="258"/>
            <ac:cxnSpMk id="15" creationId="{6B2F5379-8AD4-4779-A880-2DF513CAE2E9}"/>
          </ac:cxnSpMkLst>
        </pc:cxnChg>
        <pc:cxnChg chg="add">
          <ac:chgData name="Robin Warichet" userId="3067925e-a01e-41e5-bd05-e47c8eeade47" providerId="ADAL" clId="{39CC2AFC-3C4D-454A-858D-0750F000BF20}" dt="2025-11-11T17:56:09.855" v="638" actId="11529"/>
          <ac:cxnSpMkLst>
            <pc:docMk/>
            <pc:sldMk cId="2446308007" sldId="258"/>
            <ac:cxnSpMk id="17" creationId="{1348924C-EEF9-F2CB-778A-BAA87CFF0EA3}"/>
          </ac:cxnSpMkLst>
        </pc:cxnChg>
        <pc:cxnChg chg="add mod">
          <ac:chgData name="Robin Warichet" userId="3067925e-a01e-41e5-bd05-e47c8eeade47" providerId="ADAL" clId="{39CC2AFC-3C4D-454A-858D-0750F000BF20}" dt="2025-11-11T18:22:34.465" v="774" actId="1038"/>
          <ac:cxnSpMkLst>
            <pc:docMk/>
            <pc:sldMk cId="2446308007" sldId="258"/>
            <ac:cxnSpMk id="20" creationId="{A34615A4-DD73-492E-0C70-C025F6D60266}"/>
          </ac:cxnSpMkLst>
        </pc:cxnChg>
        <pc:cxnChg chg="mod">
          <ac:chgData name="Robin Warichet" userId="3067925e-a01e-41e5-bd05-e47c8eeade47" providerId="ADAL" clId="{39CC2AFC-3C4D-454A-858D-0750F000BF20}" dt="2025-11-13T08:42:50.716" v="1145" actId="14100"/>
          <ac:cxnSpMkLst>
            <pc:docMk/>
            <pc:sldMk cId="2446308007" sldId="258"/>
            <ac:cxnSpMk id="21" creationId="{B4782089-3CF8-82E6-CE50-B2F41A1BA94C}"/>
          </ac:cxnSpMkLst>
        </pc:cxnChg>
        <pc:cxnChg chg="add mod">
          <ac:chgData name="Robin Warichet" userId="3067925e-a01e-41e5-bd05-e47c8eeade47" providerId="ADAL" clId="{39CC2AFC-3C4D-454A-858D-0750F000BF20}" dt="2025-11-11T18:22:34.465" v="774" actId="1038"/>
          <ac:cxnSpMkLst>
            <pc:docMk/>
            <pc:sldMk cId="2446308007" sldId="258"/>
            <ac:cxnSpMk id="22" creationId="{30074A93-DE5A-0AA8-8E0F-8D69CD845128}"/>
          </ac:cxnSpMkLst>
        </pc:cxnChg>
        <pc:cxnChg chg="mod">
          <ac:chgData name="Robin Warichet" userId="3067925e-a01e-41e5-bd05-e47c8eeade47" providerId="ADAL" clId="{39CC2AFC-3C4D-454A-858D-0750F000BF20}" dt="2025-11-13T08:43:47.194" v="1180" actId="14100"/>
          <ac:cxnSpMkLst>
            <pc:docMk/>
            <pc:sldMk cId="2446308007" sldId="258"/>
            <ac:cxnSpMk id="24" creationId="{C2E1A402-C4AD-7E38-893B-A8DC267EFB35}"/>
          </ac:cxnSpMkLst>
        </pc:cxnChg>
        <pc:cxnChg chg="del mod">
          <ac:chgData name="Robin Warichet" userId="3067925e-a01e-41e5-bd05-e47c8eeade47" providerId="ADAL" clId="{39CC2AFC-3C4D-454A-858D-0750F000BF20}" dt="2025-11-13T08:42:29.407" v="1125" actId="478"/>
          <ac:cxnSpMkLst>
            <pc:docMk/>
            <pc:sldMk cId="2446308007" sldId="258"/>
            <ac:cxnSpMk id="25" creationId="{C1BCA085-49B2-0B17-3500-6D4A4115FFB6}"/>
          </ac:cxnSpMkLst>
        </pc:cxnChg>
        <pc:cxnChg chg="mod">
          <ac:chgData name="Robin Warichet" userId="3067925e-a01e-41e5-bd05-e47c8eeade47" providerId="ADAL" clId="{39CC2AFC-3C4D-454A-858D-0750F000BF20}" dt="2025-11-13T08:42:58.542" v="1153" actId="14100"/>
          <ac:cxnSpMkLst>
            <pc:docMk/>
            <pc:sldMk cId="2446308007" sldId="258"/>
            <ac:cxnSpMk id="27" creationId="{1C1E9D88-1440-9BDC-766B-7F189551C403}"/>
          </ac:cxnSpMkLst>
        </pc:cxnChg>
        <pc:cxnChg chg="mod">
          <ac:chgData name="Robin Warichet" userId="3067925e-a01e-41e5-bd05-e47c8eeade47" providerId="ADAL" clId="{39CC2AFC-3C4D-454A-858D-0750F000BF20}" dt="2025-11-13T08:42:58.542" v="1153" actId="14100"/>
          <ac:cxnSpMkLst>
            <pc:docMk/>
            <pc:sldMk cId="2446308007" sldId="258"/>
            <ac:cxnSpMk id="28" creationId="{658BFDF7-5851-BF72-7910-8EE082AEC520}"/>
          </ac:cxnSpMkLst>
        </pc:cxnChg>
        <pc:cxnChg chg="add">
          <ac:chgData name="Robin Warichet" userId="3067925e-a01e-41e5-bd05-e47c8eeade47" providerId="ADAL" clId="{39CC2AFC-3C4D-454A-858D-0750F000BF20}" dt="2025-11-11T18:00:02.470" v="684" actId="11529"/>
          <ac:cxnSpMkLst>
            <pc:docMk/>
            <pc:sldMk cId="2446308007" sldId="258"/>
            <ac:cxnSpMk id="31" creationId="{C39018B3-03CE-2871-CC26-F13A3580DE72}"/>
          </ac:cxnSpMkLst>
        </pc:cxnChg>
        <pc:cxnChg chg="add mod">
          <ac:chgData name="Robin Warichet" userId="3067925e-a01e-41e5-bd05-e47c8eeade47" providerId="ADAL" clId="{39CC2AFC-3C4D-454A-858D-0750F000BF20}" dt="2025-11-12T13:01:13.511" v="1035" actId="1037"/>
          <ac:cxnSpMkLst>
            <pc:docMk/>
            <pc:sldMk cId="2446308007" sldId="258"/>
            <ac:cxnSpMk id="33" creationId="{678175C7-733B-A15C-5419-E8B752414549}"/>
          </ac:cxnSpMkLst>
        </pc:cxnChg>
        <pc:cxnChg chg="mod">
          <ac:chgData name="Robin Warichet" userId="3067925e-a01e-41e5-bd05-e47c8eeade47" providerId="ADAL" clId="{39CC2AFC-3C4D-454A-858D-0750F000BF20}" dt="2025-11-13T08:43:13.480" v="1161" actId="14100"/>
          <ac:cxnSpMkLst>
            <pc:docMk/>
            <pc:sldMk cId="2446308007" sldId="258"/>
            <ac:cxnSpMk id="34" creationId="{6F6DBF61-4E02-BE05-D4AA-4BDAE59C63A7}"/>
          </ac:cxnSpMkLst>
        </pc:cxnChg>
        <pc:cxnChg chg="add mod">
          <ac:chgData name="Robin Warichet" userId="3067925e-a01e-41e5-bd05-e47c8eeade47" providerId="ADAL" clId="{39CC2AFC-3C4D-454A-858D-0750F000BF20}" dt="2025-11-11T18:22:34.465" v="774" actId="1038"/>
          <ac:cxnSpMkLst>
            <pc:docMk/>
            <pc:sldMk cId="2446308007" sldId="258"/>
            <ac:cxnSpMk id="36" creationId="{25CBFF6C-C1A8-FA07-97D7-AB3E0594C12F}"/>
          </ac:cxnSpMkLst>
        </pc:cxnChg>
        <pc:cxnChg chg="mod">
          <ac:chgData name="Robin Warichet" userId="3067925e-a01e-41e5-bd05-e47c8eeade47" providerId="ADAL" clId="{39CC2AFC-3C4D-454A-858D-0750F000BF20}" dt="2025-11-13T08:43:13.480" v="1161" actId="14100"/>
          <ac:cxnSpMkLst>
            <pc:docMk/>
            <pc:sldMk cId="2446308007" sldId="258"/>
            <ac:cxnSpMk id="37" creationId="{506D1ED6-9352-0740-E3B4-23FCF5E3677F}"/>
          </ac:cxnSpMkLst>
        </pc:cxnChg>
        <pc:cxnChg chg="mod">
          <ac:chgData name="Robin Warichet" userId="3067925e-a01e-41e5-bd05-e47c8eeade47" providerId="ADAL" clId="{39CC2AFC-3C4D-454A-858D-0750F000BF20}" dt="2025-11-13T08:43:28.250" v="1173" actId="14100"/>
          <ac:cxnSpMkLst>
            <pc:docMk/>
            <pc:sldMk cId="2446308007" sldId="258"/>
            <ac:cxnSpMk id="40" creationId="{CDF3E65C-1DDA-B854-2DEC-89D2681C120E}"/>
          </ac:cxnSpMkLst>
        </pc:cxnChg>
        <pc:cxnChg chg="add mod">
          <ac:chgData name="Robin Warichet" userId="3067925e-a01e-41e5-bd05-e47c8eeade47" providerId="ADAL" clId="{39CC2AFC-3C4D-454A-858D-0750F000BF20}" dt="2025-11-11T18:22:39.628" v="775" actId="14100"/>
          <ac:cxnSpMkLst>
            <pc:docMk/>
            <pc:sldMk cId="2446308007" sldId="258"/>
            <ac:cxnSpMk id="41" creationId="{2E0085C9-5335-20BC-F050-B3B73702B611}"/>
          </ac:cxnSpMkLst>
        </pc:cxnChg>
        <pc:cxnChg chg="mod">
          <ac:chgData name="Robin Warichet" userId="3067925e-a01e-41e5-bd05-e47c8eeade47" providerId="ADAL" clId="{39CC2AFC-3C4D-454A-858D-0750F000BF20}" dt="2025-11-13T08:43:28.250" v="1173" actId="14100"/>
          <ac:cxnSpMkLst>
            <pc:docMk/>
            <pc:sldMk cId="2446308007" sldId="258"/>
            <ac:cxnSpMk id="43" creationId="{9354ABB9-E65D-125A-EF5E-8B07D114717F}"/>
          </ac:cxnSpMkLst>
        </pc:cxnChg>
        <pc:cxnChg chg="add mod">
          <ac:chgData name="Robin Warichet" userId="3067925e-a01e-41e5-bd05-e47c8eeade47" providerId="ADAL" clId="{39CC2AFC-3C4D-454A-858D-0750F000BF20}" dt="2025-11-11T21:09:18.623" v="887" actId="14100"/>
          <ac:cxnSpMkLst>
            <pc:docMk/>
            <pc:sldMk cId="2446308007" sldId="258"/>
            <ac:cxnSpMk id="44" creationId="{04C5C427-7DA8-53E7-4C1A-CB243311A248}"/>
          </ac:cxnSpMkLst>
        </pc:cxnChg>
        <pc:cxnChg chg="add mod">
          <ac:chgData name="Robin Warichet" userId="3067925e-a01e-41e5-bd05-e47c8eeade47" providerId="ADAL" clId="{39CC2AFC-3C4D-454A-858D-0750F000BF20}" dt="2025-11-12T13:01:13.511" v="1035" actId="1037"/>
          <ac:cxnSpMkLst>
            <pc:docMk/>
            <pc:sldMk cId="2446308007" sldId="258"/>
            <ac:cxnSpMk id="47" creationId="{D0C6CC86-DEFA-A0E1-7DDD-A93CF565D7C2}"/>
          </ac:cxnSpMkLst>
        </pc:cxnChg>
        <pc:cxnChg chg="add mod">
          <ac:chgData name="Robin Warichet" userId="3067925e-a01e-41e5-bd05-e47c8eeade47" providerId="ADAL" clId="{39CC2AFC-3C4D-454A-858D-0750F000BF20}" dt="2025-11-11T21:06:09.934" v="831" actId="14100"/>
          <ac:cxnSpMkLst>
            <pc:docMk/>
            <pc:sldMk cId="2446308007" sldId="258"/>
            <ac:cxnSpMk id="49" creationId="{A3845A10-202C-904C-9523-17A23D32B477}"/>
          </ac:cxnSpMkLst>
        </pc:cxnChg>
        <pc:cxnChg chg="add mod">
          <ac:chgData name="Robin Warichet" userId="3067925e-a01e-41e5-bd05-e47c8eeade47" providerId="ADAL" clId="{39CC2AFC-3C4D-454A-858D-0750F000BF20}" dt="2025-11-11T18:25:20.042" v="801" actId="1076"/>
          <ac:cxnSpMkLst>
            <pc:docMk/>
            <pc:sldMk cId="2446308007" sldId="258"/>
            <ac:cxnSpMk id="60" creationId="{3D36F215-7F56-BD9D-0361-B8A7798B328E}"/>
          </ac:cxnSpMkLst>
        </pc:cxnChg>
        <pc:cxnChg chg="add mod">
          <ac:chgData name="Robin Warichet" userId="3067925e-a01e-41e5-bd05-e47c8eeade47" providerId="ADAL" clId="{39CC2AFC-3C4D-454A-858D-0750F000BF20}" dt="2025-11-11T23:36:19.412" v="1015" actId="14100"/>
          <ac:cxnSpMkLst>
            <pc:docMk/>
            <pc:sldMk cId="2446308007" sldId="258"/>
            <ac:cxnSpMk id="66" creationId="{11EDB6F3-493F-43C3-877E-7B6C59B10209}"/>
          </ac:cxnSpMkLst>
        </pc:cxnChg>
        <pc:cxnChg chg="add mod">
          <ac:chgData name="Robin Warichet" userId="3067925e-a01e-41e5-bd05-e47c8eeade47" providerId="ADAL" clId="{39CC2AFC-3C4D-454A-858D-0750F000BF20}" dt="2025-11-12T13:03:29.479" v="1036" actId="14100"/>
          <ac:cxnSpMkLst>
            <pc:docMk/>
            <pc:sldMk cId="2446308007" sldId="258"/>
            <ac:cxnSpMk id="69" creationId="{7DAA077A-A1A0-92AA-7223-E7453ED32E02}"/>
          </ac:cxnSpMkLst>
        </pc:cxnChg>
        <pc:cxnChg chg="add mod">
          <ac:chgData name="Robin Warichet" userId="3067925e-a01e-41e5-bd05-e47c8eeade47" providerId="ADAL" clId="{39CC2AFC-3C4D-454A-858D-0750F000BF20}" dt="2025-11-13T08:44:13.698" v="1183" actId="14100"/>
          <ac:cxnSpMkLst>
            <pc:docMk/>
            <pc:sldMk cId="2446308007" sldId="258"/>
            <ac:cxnSpMk id="79" creationId="{43DF2952-F266-7ED8-637E-5AC610786EA7}"/>
          </ac:cxnSpMkLst>
        </pc:cxnChg>
        <pc:cxnChg chg="add mod">
          <ac:chgData name="Robin Warichet" userId="3067925e-a01e-41e5-bd05-e47c8eeade47" providerId="ADAL" clId="{39CC2AFC-3C4D-454A-858D-0750F000BF20}" dt="2025-11-11T21:08:02.014" v="863" actId="1076"/>
          <ac:cxnSpMkLst>
            <pc:docMk/>
            <pc:sldMk cId="2446308007" sldId="258"/>
            <ac:cxnSpMk id="81" creationId="{86DDB981-B62A-21A3-484C-60D6FFFAFC71}"/>
          </ac:cxnSpMkLst>
        </pc:cxnChg>
        <pc:cxnChg chg="add">
          <ac:chgData name="Robin Warichet" userId="3067925e-a01e-41e5-bd05-e47c8eeade47" providerId="ADAL" clId="{39CC2AFC-3C4D-454A-858D-0750F000BF20}" dt="2025-11-11T21:08:10.475" v="865" actId="11529"/>
          <ac:cxnSpMkLst>
            <pc:docMk/>
            <pc:sldMk cId="2446308007" sldId="258"/>
            <ac:cxnSpMk id="85" creationId="{98D4B7FC-7459-16AA-7B5C-E5B8B0240A30}"/>
          </ac:cxnSpMkLst>
        </pc:cxnChg>
        <pc:cxnChg chg="add mod">
          <ac:chgData name="Robin Warichet" userId="3067925e-a01e-41e5-bd05-e47c8eeade47" providerId="ADAL" clId="{39CC2AFC-3C4D-454A-858D-0750F000BF20}" dt="2025-11-13T08:44:47.510" v="1199" actId="1038"/>
          <ac:cxnSpMkLst>
            <pc:docMk/>
            <pc:sldMk cId="2446308007" sldId="258"/>
            <ac:cxnSpMk id="86" creationId="{4E806501-AB94-4D8A-1EE3-47AFFCA9C6FA}"/>
          </ac:cxnSpMkLst>
        </pc:cxnChg>
        <pc:cxnChg chg="add">
          <ac:chgData name="Robin Warichet" userId="3067925e-a01e-41e5-bd05-e47c8eeade47" providerId="ADAL" clId="{39CC2AFC-3C4D-454A-858D-0750F000BF20}" dt="2025-11-11T21:08:15.126" v="866" actId="11529"/>
          <ac:cxnSpMkLst>
            <pc:docMk/>
            <pc:sldMk cId="2446308007" sldId="258"/>
            <ac:cxnSpMk id="87" creationId="{E6ABA229-A3AF-F5AA-8CEA-E99A6DB60DD0}"/>
          </ac:cxnSpMkLst>
        </pc:cxnChg>
        <pc:cxnChg chg="add">
          <ac:chgData name="Robin Warichet" userId="3067925e-a01e-41e5-bd05-e47c8eeade47" providerId="ADAL" clId="{39CC2AFC-3C4D-454A-858D-0750F000BF20}" dt="2025-11-11T21:08:45.640" v="875" actId="11529"/>
          <ac:cxnSpMkLst>
            <pc:docMk/>
            <pc:sldMk cId="2446308007" sldId="258"/>
            <ac:cxnSpMk id="90" creationId="{41257DAC-45A0-2705-8FE6-C7C4E7A8593A}"/>
          </ac:cxnSpMkLst>
        </pc:cxnChg>
        <pc:cxnChg chg="add">
          <ac:chgData name="Robin Warichet" userId="3067925e-a01e-41e5-bd05-e47c8eeade47" providerId="ADAL" clId="{39CC2AFC-3C4D-454A-858D-0750F000BF20}" dt="2025-11-11T21:08:49.492" v="876" actId="11529"/>
          <ac:cxnSpMkLst>
            <pc:docMk/>
            <pc:sldMk cId="2446308007" sldId="258"/>
            <ac:cxnSpMk id="92" creationId="{C9192AEA-9506-08C8-FA01-649A7C72105E}"/>
          </ac:cxnSpMkLst>
        </pc:cxnChg>
        <pc:cxnChg chg="add mod">
          <ac:chgData name="Robin Warichet" userId="3067925e-a01e-41e5-bd05-e47c8eeade47" providerId="ADAL" clId="{39CC2AFC-3C4D-454A-858D-0750F000BF20}" dt="2025-11-13T08:48:53.186" v="1217" actId="692"/>
          <ac:cxnSpMkLst>
            <pc:docMk/>
            <pc:sldMk cId="2446308007" sldId="258"/>
            <ac:cxnSpMk id="95" creationId="{FF190F32-6BE6-4D14-1132-A2CDEF7B4859}"/>
          </ac:cxnSpMkLst>
        </pc:cxnChg>
        <pc:cxnChg chg="add mod">
          <ac:chgData name="Robin Warichet" userId="3067925e-a01e-41e5-bd05-e47c8eeade47" providerId="ADAL" clId="{39CC2AFC-3C4D-454A-858D-0750F000BF20}" dt="2025-11-13T08:48:59.093" v="1218" actId="692"/>
          <ac:cxnSpMkLst>
            <pc:docMk/>
            <pc:sldMk cId="2446308007" sldId="258"/>
            <ac:cxnSpMk id="97" creationId="{0037B60B-6722-87D7-68A8-3CA8BFEEB188}"/>
          </ac:cxnSpMkLst>
        </pc:cxnChg>
        <pc:cxnChg chg="add mod">
          <ac:chgData name="Robin Warichet" userId="3067925e-a01e-41e5-bd05-e47c8eeade47" providerId="ADAL" clId="{39CC2AFC-3C4D-454A-858D-0750F000BF20}" dt="2025-11-13T08:48:46.791" v="1216" actId="692"/>
          <ac:cxnSpMkLst>
            <pc:docMk/>
            <pc:sldMk cId="2446308007" sldId="258"/>
            <ac:cxnSpMk id="101" creationId="{B2A3EE43-8715-409C-B7D0-6E43865B9ED4}"/>
          </ac:cxnSpMkLst>
        </pc:cxnChg>
        <pc:cxnChg chg="add">
          <ac:chgData name="Robin Warichet" userId="3067925e-a01e-41e5-bd05-e47c8eeade47" providerId="ADAL" clId="{39CC2AFC-3C4D-454A-858D-0750F000BF20}" dt="2025-11-11T21:09:51.709" v="898" actId="11529"/>
          <ac:cxnSpMkLst>
            <pc:docMk/>
            <pc:sldMk cId="2446308007" sldId="258"/>
            <ac:cxnSpMk id="102" creationId="{A22EB80E-B2B3-B19C-A989-28E09EDAC6EE}"/>
          </ac:cxnSpMkLst>
        </pc:cxnChg>
        <pc:cxnChg chg="add mod">
          <ac:chgData name="Robin Warichet" userId="3067925e-a01e-41e5-bd05-e47c8eeade47" providerId="ADAL" clId="{39CC2AFC-3C4D-454A-858D-0750F000BF20}" dt="2025-11-11T21:10:00.054" v="900" actId="14100"/>
          <ac:cxnSpMkLst>
            <pc:docMk/>
            <pc:sldMk cId="2446308007" sldId="258"/>
            <ac:cxnSpMk id="104" creationId="{F3753823-30A3-5754-EA61-9E976D2C0C52}"/>
          </ac:cxnSpMkLst>
        </pc:cxnChg>
        <pc:cxnChg chg="add mod">
          <ac:chgData name="Robin Warichet" userId="3067925e-a01e-41e5-bd05-e47c8eeade47" providerId="ADAL" clId="{39CC2AFC-3C4D-454A-858D-0750F000BF20}" dt="2025-11-13T08:49:14.910" v="1220" actId="692"/>
          <ac:cxnSpMkLst>
            <pc:docMk/>
            <pc:sldMk cId="2446308007" sldId="258"/>
            <ac:cxnSpMk id="105" creationId="{20F80B35-959D-7F20-5FDB-E610F53CD1A8}"/>
          </ac:cxnSpMkLst>
        </pc:cxnChg>
        <pc:cxnChg chg="add">
          <ac:chgData name="Robin Warichet" userId="3067925e-a01e-41e5-bd05-e47c8eeade47" providerId="ADAL" clId="{39CC2AFC-3C4D-454A-858D-0750F000BF20}" dt="2025-11-11T21:10:33.600" v="910" actId="11529"/>
          <ac:cxnSpMkLst>
            <pc:docMk/>
            <pc:sldMk cId="2446308007" sldId="258"/>
            <ac:cxnSpMk id="108" creationId="{D7E25075-7D81-6E74-4805-49B591746CE8}"/>
          </ac:cxnSpMkLst>
        </pc:cxnChg>
        <pc:cxnChg chg="add mod">
          <ac:chgData name="Robin Warichet" userId="3067925e-a01e-41e5-bd05-e47c8eeade47" providerId="ADAL" clId="{39CC2AFC-3C4D-454A-858D-0750F000BF20}" dt="2025-11-11T21:11:15.669" v="922" actId="1076"/>
          <ac:cxnSpMkLst>
            <pc:docMk/>
            <pc:sldMk cId="2446308007" sldId="258"/>
            <ac:cxnSpMk id="114" creationId="{329A4087-BC7D-0DED-28DD-1D0D5CFB4316}"/>
          </ac:cxnSpMkLst>
        </pc:cxnChg>
        <pc:cxnChg chg="add mod">
          <ac:chgData name="Robin Warichet" userId="3067925e-a01e-41e5-bd05-e47c8eeade47" providerId="ADAL" clId="{39CC2AFC-3C4D-454A-858D-0750F000BF20}" dt="2025-11-12T13:42:08.731" v="1037" actId="14100"/>
          <ac:cxnSpMkLst>
            <pc:docMk/>
            <pc:sldMk cId="2446308007" sldId="258"/>
            <ac:cxnSpMk id="127" creationId="{A38AEB23-F5D1-A10E-2843-EBDF71A58929}"/>
          </ac:cxnSpMkLst>
        </pc:cxnChg>
        <pc:cxnChg chg="add mod">
          <ac:chgData name="Robin Warichet" userId="3067925e-a01e-41e5-bd05-e47c8eeade47" providerId="ADAL" clId="{39CC2AFC-3C4D-454A-858D-0750F000BF20}" dt="2025-11-13T08:50:00.554" v="1232" actId="14100"/>
          <ac:cxnSpMkLst>
            <pc:docMk/>
            <pc:sldMk cId="2446308007" sldId="258"/>
            <ac:cxnSpMk id="129" creationId="{A685CB46-6869-6482-3570-6C0D9E5B4AD1}"/>
          </ac:cxnSpMkLst>
        </pc:cxnChg>
        <pc:cxnChg chg="add">
          <ac:chgData name="Robin Warichet" userId="3067925e-a01e-41e5-bd05-e47c8eeade47" providerId="ADAL" clId="{39CC2AFC-3C4D-454A-858D-0750F000BF20}" dt="2025-11-11T21:13:15.053" v="971" actId="11529"/>
          <ac:cxnSpMkLst>
            <pc:docMk/>
            <pc:sldMk cId="2446308007" sldId="258"/>
            <ac:cxnSpMk id="133" creationId="{64D1CFA1-857B-9A45-A7B5-0FF0C47BD3FC}"/>
          </ac:cxnSpMkLst>
        </pc:cxnChg>
        <pc:cxnChg chg="add">
          <ac:chgData name="Robin Warichet" userId="3067925e-a01e-41e5-bd05-e47c8eeade47" providerId="ADAL" clId="{39CC2AFC-3C4D-454A-858D-0750F000BF20}" dt="2025-11-13T08:49:52.691" v="1231" actId="11529"/>
          <ac:cxnSpMkLst>
            <pc:docMk/>
            <pc:sldMk cId="2446308007" sldId="258"/>
            <ac:cxnSpMk id="134" creationId="{D51A81A6-D4AA-CB2B-931F-499C6BBDD747}"/>
          </ac:cxnSpMkLst>
        </pc:cxnChg>
        <pc:cxnChg chg="add">
          <ac:chgData name="Robin Warichet" userId="3067925e-a01e-41e5-bd05-e47c8eeade47" providerId="ADAL" clId="{39CC2AFC-3C4D-454A-858D-0750F000BF20}" dt="2025-11-11T21:13:20.270" v="972" actId="11529"/>
          <ac:cxnSpMkLst>
            <pc:docMk/>
            <pc:sldMk cId="2446308007" sldId="258"/>
            <ac:cxnSpMk id="135" creationId="{4EFDA1D9-2B8D-5A55-23A0-B5BD19A488B3}"/>
          </ac:cxnSpMkLst>
        </pc:cxnChg>
        <pc:cxnChg chg="add mod">
          <ac:chgData name="Robin Warichet" userId="3067925e-a01e-41e5-bd05-e47c8eeade47" providerId="ADAL" clId="{39CC2AFC-3C4D-454A-858D-0750F000BF20}" dt="2025-11-12T13:42:13.443" v="1038" actId="14100"/>
          <ac:cxnSpMkLst>
            <pc:docMk/>
            <pc:sldMk cId="2446308007" sldId="258"/>
            <ac:cxnSpMk id="155" creationId="{ED783D3E-643B-E0A5-9796-FA6A2D41A40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8998D-9935-4420-9279-A2C64DFE061B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DA7E6-81E8-4EAD-8087-8CCA6855C24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90725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DA7E6-81E8-4EAD-8087-8CCA6855C24A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38328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1F32-5C88-4FE7-A676-50A575CBE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3D19B-7C5A-5CA9-59D4-E30C9EE13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34E4D-FA12-67ED-71E2-F782B422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8677-2E36-4346-A556-C9021C0BAC35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8A322-C06E-1483-DA12-229A54E55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665C2-099F-5713-A97A-D4049483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4B4-D568-41FB-8A27-CF3CE13C80F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11366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0AEA1-9A66-95DB-9FC1-6E09D353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16B75-6218-A123-F36F-567E0BB1A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947F0-2A5E-F0A9-F82D-AFF38D6C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8677-2E36-4346-A556-C9021C0BAC35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B8D17-7F86-B2EB-DE12-A11F6C181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FD376-AE60-E7D8-E814-760F6BF3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4B4-D568-41FB-8A27-CF3CE13C80F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5483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7D06-7344-97BB-9299-C6A90E8C4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ADB10-4BDD-B269-CFBD-C40EB2D89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821AE-3AB0-DFF1-0887-4809C113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8677-2E36-4346-A556-C9021C0BAC35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94EF3-3F19-AE4D-A2CC-D69FA75DB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E3E21-74EF-068A-B11D-F1BC7AF53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4B4-D568-41FB-8A27-CF3CE13C80F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8491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43E8-69CA-69BF-A6E3-D7BBA5C9E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C537F-165D-9F58-D54C-BA753796E2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303D8-D86B-F356-B504-0CE59D58C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909E5-86AD-611D-E58A-31AC446C7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8677-2E36-4346-A556-C9021C0BAC35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DD38F-1C64-D960-1CB9-43BC19C49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46E460-60D5-FBEE-F80E-F82EA8BD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4B4-D568-41FB-8A27-CF3CE13C80F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6708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3F113-F1C2-E512-809E-6082FD12A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B6181-2878-4C84-C74A-CCFD4CE39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52D72-D09E-9D27-8375-F320D3A13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081A4-8B4B-C2BD-817F-6C39ADEB7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14BC1A-770C-7240-FF48-303455520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5E7711-04DE-E543-AE59-58D56D37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8677-2E36-4346-A556-C9021C0BAC35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C1E75F-5EFE-48BC-A8D6-EF6443A74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78CCE8-641B-B0A9-5533-1BD17A5B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4B4-D568-41FB-8A27-CF3CE13C80F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086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D0-97D4-84D5-513A-BB8097D39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F75DB9-FFA0-E6B1-BC76-799E22067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8677-2E36-4346-A556-C9021C0BAC35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E9AA0-75C0-B2C9-99EC-8FCBC7404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DA29C-327B-22C5-54CB-6D170A97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4B4-D568-41FB-8A27-CF3CE13C80F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4378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B0FA1E-207C-0E51-CCF4-353F4C890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8677-2E36-4346-A556-C9021C0BAC35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FA652-F4DC-727E-5807-1E397605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332F7-C822-CD7D-2467-E718C05B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4B4-D568-41FB-8A27-CF3CE13C80F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1411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BBA3F-916B-509C-D3A7-0F8AFDEFA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6F7F1-13A7-5F2C-B209-5BE0158BC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3647C-7E57-D3AB-1DD3-22CFC5976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DCF94-D0D6-E7FF-6EB0-4597781B5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8677-2E36-4346-A556-C9021C0BAC35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AC928-5728-4A82-072C-CBF474128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D70A8-8AFB-804A-0921-C1ABF872D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4B4-D568-41FB-8A27-CF3CE13C80F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2126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9EC8-3E77-C929-993B-EE918B6E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85C24B-6ED3-7E61-0106-D609448360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5E035-91CF-E2E4-907C-68EA6ACE5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835F7-7D11-2054-52DF-34857FE1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8677-2E36-4346-A556-C9021C0BAC35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249F2-1DE0-FE4C-1C76-E51D1FC34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450C2-188E-7AC8-300B-7775F7C4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4B4-D568-41FB-8A27-CF3CE13C80F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9789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7D25B-D599-0EB1-1928-51EA09F35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CED26-4BF4-1071-7DD6-4CB1C3926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62392-34EA-9208-83A8-CFF49868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8677-2E36-4346-A556-C9021C0BAC35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86374-1BBE-108C-853D-8FE0110C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18D0C-F7FA-5A1D-546C-80A68C3C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4B4-D568-41FB-8A27-CF3CE13C80F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81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CAE3BE-7618-6595-7AF3-642D6536AA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9E3D3-6F71-D308-E05A-E5019D2D2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60192-C7D8-10A6-2708-673A36BE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8677-2E36-4346-A556-C9021C0BAC35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A8325-CABC-7DC2-3175-BA9943B4B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6D49E-981A-CD91-126D-627752F0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4B4-D568-41FB-8A27-CF3CE13C80F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29058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8222ED-9881-5B23-4BBE-ABE1B61FD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CF8F4-9B0F-C4B3-78E6-022AC6ED0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69F47-B026-CAEC-56AD-16C8144EE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F8677-2E36-4346-A556-C9021C0BAC35}" type="datetimeFigureOut">
              <a:rPr lang="fr-BE" smtClean="0"/>
              <a:t>13-11-25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F9A39-18CF-8757-D965-45BD7F82A0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652C7-A588-055A-EB46-0DADC70DE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794B4-D568-41FB-8A27-CF3CE13C80F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9026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CFD7-93BD-C3C1-3979-E94E088F5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6239"/>
            <a:ext cx="9144000" cy="1020763"/>
          </a:xfrm>
        </p:spPr>
        <p:txBody>
          <a:bodyPr/>
          <a:lstStyle/>
          <a:p>
            <a:r>
              <a:rPr lang="en-US" noProof="0" dirty="0" err="1"/>
              <a:t>Projet</a:t>
            </a:r>
            <a:r>
              <a:rPr lang="en-US" noProof="0" dirty="0"/>
              <a:t> LELEC2650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EBC80-4F22-234E-F896-26C4351D3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05878"/>
            <a:ext cx="9144000" cy="1655762"/>
          </a:xfrm>
        </p:spPr>
        <p:txBody>
          <a:bodyPr/>
          <a:lstStyle/>
          <a:p>
            <a:r>
              <a:rPr lang="en-US" noProof="0" dirty="0"/>
              <a:t>Querol Kenfack, Robin Warichet</a:t>
            </a: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D7F8A585-AE0D-D52B-1EDF-611069F55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89" y="2133759"/>
            <a:ext cx="11890821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18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C237E-878E-7F1E-66B6-E65CCD1E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5875C-3082-2E27-60F0-84DFD328C1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03864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𝑒𝑎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𝑒𝑎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(3//(5&amp;8))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𝑒𝑎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(9//10)</m:t>
                          </m:r>
                        </m:sub>
                      </m:sSub>
                    </m:oMath>
                  </m:oMathPara>
                </a14:m>
                <a:endParaRPr lang="en-US" noProof="0" dirty="0"/>
              </a:p>
              <a:p>
                <a:pPr marL="0" indent="0">
                  <a:buNone/>
                </a:pPr>
                <a:endParaRPr lang="en-US" sz="1400" b="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𝑒𝑎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𝑒𝑞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(3//(5&amp;8))</m:t>
                        </m:r>
                      </m:sub>
                    </m:sSub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sz="14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4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</a:rPr>
                                  <m:t>𝑒𝑎</m:t>
                                </m:r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4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BE" sz="14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fr-BE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BE" sz="14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fr-BE" sz="1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BE" sz="14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4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</a:rPr>
                                  <m:t>𝑒𝑎</m:t>
                                </m:r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4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</a:rPr>
                                  <m:t>𝑒𝑎</m:t>
                                </m:r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b>
                            </m:sSub>
                            <m:r>
                              <a:rPr lang="fr-BE" sz="1400" b="0" i="1" noProof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BE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BE" sz="1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BE" sz="1400" i="1">
                                    <a:latin typeface="Cambria Math" panose="02040503050406030204" pitchFamily="18" charset="0"/>
                                  </a:rPr>
                                  <m:t>𝑒𝑎</m:t>
                                </m:r>
                                <m:r>
                                  <a:rPr lang="fr-BE" sz="14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fr-BE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BE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BE" sz="1400" i="1">
                                    <a:latin typeface="Cambria Math" panose="02040503050406030204" pitchFamily="18" charset="0"/>
                                  </a:rPr>
                                  <m:t>𝑉𝑒𝑎</m:t>
                                </m:r>
                              </m:e>
                              <m:sub>
                                <m:r>
                                  <a:rPr lang="fr-BE" sz="1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sz="1400" b="0" i="1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𝑒𝑎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𝑒𝑞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(9//10)</m:t>
                        </m:r>
                      </m:sub>
                    </m:sSub>
                    <m:r>
                      <a:rPr lang="en-US" sz="1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sz="14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𝑒𝑎</m:t>
                                </m:r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sub>
                            </m:sSub>
                          </m:den>
                        </m:f>
                        <m:r>
                          <a:rPr lang="en-US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4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𝑒𝑎</m:t>
                                </m:r>
                                <m:r>
                                  <a:rPr lang="en-US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en-US" sz="1400" b="0" i="1" noProof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noProof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sub>
                          </m:sSub>
                          <m:r>
                            <a:rPr lang="en-US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fr-BE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BE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BE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BE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fr-BE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BE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9//10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BE" b="0" i="1" dirty="0" smtClean="0">
                          <a:latin typeface="Cambria Math" panose="02040503050406030204" pitchFamily="18" charset="0"/>
                        </a:rPr>
                        <m:t>𝐺𝐵𝑊</m:t>
                      </m:r>
                      <m:r>
                        <a:rPr lang="fr-B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B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BE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BE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BE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fr-BE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BE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nor/>
                            </m:rPr>
                            <a:rPr lang="en-US" dirty="0"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B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5875C-3082-2E27-60F0-84DFD328C1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03864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0904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>
            <a:extLst>
              <a:ext uri="{FF2B5EF4-FFF2-40B4-BE49-F238E27FC236}">
                <a16:creationId xmlns:a16="http://schemas.microsoft.com/office/drawing/2014/main" id="{FABCA423-3A32-9525-2D71-3AC73329A82F}"/>
              </a:ext>
            </a:extLst>
          </p:cNvPr>
          <p:cNvSpPr/>
          <p:nvPr/>
        </p:nvSpPr>
        <p:spPr>
          <a:xfrm>
            <a:off x="5071110" y="1088941"/>
            <a:ext cx="3981450" cy="1121646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BE" dirty="0"/>
              <a:t>5,6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780590-57C5-A700-B638-9DB7A021D81C}"/>
              </a:ext>
            </a:extLst>
          </p:cNvPr>
          <p:cNvSpPr/>
          <p:nvPr/>
        </p:nvSpPr>
        <p:spPr>
          <a:xfrm>
            <a:off x="1828800" y="1445431"/>
            <a:ext cx="2734056" cy="1748467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BE" dirty="0"/>
              <a:t>1,2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0F5B8-74B0-C2A2-A46D-EBA909D5C0BC}"/>
              </a:ext>
            </a:extLst>
          </p:cNvPr>
          <p:cNvSpPr txBox="1"/>
          <p:nvPr/>
        </p:nvSpPr>
        <p:spPr>
          <a:xfrm>
            <a:off x="768096" y="2498681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FF0000"/>
                </a:solidFill>
              </a:rPr>
              <a:t>f</a:t>
            </a:r>
            <a:r>
              <a:rPr lang="en-US" baseline="-25000" noProof="0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9DC42-2378-5D07-D6B1-E582F609D9F7}"/>
              </a:ext>
            </a:extLst>
          </p:cNvPr>
          <p:cNvSpPr txBox="1"/>
          <p:nvPr/>
        </p:nvSpPr>
        <p:spPr>
          <a:xfrm>
            <a:off x="783336" y="2965442"/>
            <a:ext cx="42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FF0000"/>
                </a:solidFill>
              </a:rPr>
              <a:t>C</a:t>
            </a:r>
            <a:r>
              <a:rPr lang="en-US" baseline="-25000" noProof="0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CACA11-9D0C-A150-1A15-6427023AFEF2}"/>
              </a:ext>
            </a:extLst>
          </p:cNvPr>
          <p:cNvSpPr txBox="1"/>
          <p:nvPr/>
        </p:nvSpPr>
        <p:spPr>
          <a:xfrm>
            <a:off x="9875520" y="429768"/>
            <a:ext cx="176479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Legend :</a:t>
            </a:r>
          </a:p>
          <a:p>
            <a:r>
              <a:rPr lang="en-US" noProof="0" dirty="0">
                <a:solidFill>
                  <a:srgbClr val="FF0000"/>
                </a:solidFill>
              </a:rPr>
              <a:t>Red</a:t>
            </a:r>
            <a:r>
              <a:rPr lang="en-US" noProof="0" dirty="0"/>
              <a:t> : known</a:t>
            </a:r>
          </a:p>
          <a:p>
            <a:r>
              <a:rPr lang="en-US" noProof="0" dirty="0">
                <a:solidFill>
                  <a:srgbClr val="0070C0"/>
                </a:solidFill>
              </a:rPr>
              <a:t>Blue</a:t>
            </a:r>
            <a:r>
              <a:rPr lang="en-US" noProof="0" dirty="0"/>
              <a:t> : unknown</a:t>
            </a:r>
          </a:p>
          <a:p>
            <a:r>
              <a:rPr lang="en-US" noProof="0" dirty="0">
                <a:solidFill>
                  <a:srgbClr val="00B050"/>
                </a:solidFill>
              </a:rPr>
              <a:t>Green</a:t>
            </a:r>
            <a:r>
              <a:rPr lang="en-US" noProof="0" dirty="0"/>
              <a:t> : params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428867-C12B-30B1-A8F2-A2CF7253414B}"/>
              </a:ext>
            </a:extLst>
          </p:cNvPr>
          <p:cNvSpPr txBox="1"/>
          <p:nvPr/>
        </p:nvSpPr>
        <p:spPr>
          <a:xfrm>
            <a:off x="746760" y="1972056"/>
            <a:ext cx="103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B050"/>
                </a:solidFill>
              </a:rPr>
              <a:t>(g</a:t>
            </a:r>
            <a:r>
              <a:rPr lang="en-US" baseline="-25000" noProof="0" dirty="0">
                <a:solidFill>
                  <a:srgbClr val="00B050"/>
                </a:solidFill>
              </a:rPr>
              <a:t>m</a:t>
            </a:r>
            <a:r>
              <a:rPr lang="en-US" noProof="0" dirty="0">
                <a:solidFill>
                  <a:srgbClr val="00B050"/>
                </a:solidFill>
              </a:rPr>
              <a:t>/I</a:t>
            </a:r>
            <a:r>
              <a:rPr lang="en-US" baseline="-25000" noProof="0" dirty="0">
                <a:solidFill>
                  <a:srgbClr val="00B050"/>
                </a:solidFill>
              </a:rPr>
              <a:t>d</a:t>
            </a:r>
            <a:r>
              <a:rPr lang="en-US" noProof="0" dirty="0">
                <a:solidFill>
                  <a:srgbClr val="00B050"/>
                </a:solidFill>
              </a:rPr>
              <a:t>)</a:t>
            </a:r>
            <a:r>
              <a:rPr lang="en-US" baseline="-25000" noProof="0" dirty="0">
                <a:solidFill>
                  <a:srgbClr val="00B050"/>
                </a:solidFill>
              </a:rPr>
              <a:t>1,2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1A1F4-E2C3-4A07-3DD7-76BA14F64DA5}"/>
              </a:ext>
            </a:extLst>
          </p:cNvPr>
          <p:cNvSpPr txBox="1"/>
          <p:nvPr/>
        </p:nvSpPr>
        <p:spPr>
          <a:xfrm>
            <a:off x="783336" y="4873752"/>
            <a:ext cx="635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>
                <a:solidFill>
                  <a:srgbClr val="FF0000"/>
                </a:solidFill>
              </a:rPr>
              <a:t>V</a:t>
            </a:r>
            <a:r>
              <a:rPr lang="en-US" baseline="-25000" noProof="0" dirty="0" err="1">
                <a:solidFill>
                  <a:srgbClr val="FF0000"/>
                </a:solidFill>
              </a:rPr>
              <a:t>ea,l</a:t>
            </a:r>
            <a:endParaRPr lang="en-US" baseline="-25000" noProof="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F82E90-ADA8-B4AB-58A1-3D4D6A99F3B6}"/>
              </a:ext>
            </a:extLst>
          </p:cNvPr>
          <p:cNvSpPr txBox="1"/>
          <p:nvPr/>
        </p:nvSpPr>
        <p:spPr>
          <a:xfrm>
            <a:off x="784860" y="4151376"/>
            <a:ext cx="29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B050"/>
                </a:solidFill>
              </a:rPr>
              <a:t>L</a:t>
            </a:r>
            <a:endParaRPr lang="en-US" baseline="-25000" noProof="0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5FF30-8010-3DFD-163F-4A3CA5C77071}"/>
              </a:ext>
            </a:extLst>
          </p:cNvPr>
          <p:cNvSpPr txBox="1"/>
          <p:nvPr/>
        </p:nvSpPr>
        <p:spPr>
          <a:xfrm>
            <a:off x="798576" y="3429000"/>
            <a:ext cx="501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B050"/>
                </a:solidFill>
              </a:rPr>
              <a:t>C</a:t>
            </a:r>
            <a:r>
              <a:rPr lang="en-US" baseline="-25000" noProof="0" dirty="0">
                <a:solidFill>
                  <a:srgbClr val="00B050"/>
                </a:solidFill>
              </a:rPr>
              <a:t>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0D052E-2068-BA4D-C81C-A89BDC3BCF36}"/>
              </a:ext>
            </a:extLst>
          </p:cNvPr>
          <p:cNvSpPr txBox="1"/>
          <p:nvPr/>
        </p:nvSpPr>
        <p:spPr>
          <a:xfrm>
            <a:off x="1418844" y="3232142"/>
            <a:ext cx="592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C</a:t>
            </a:r>
            <a:r>
              <a:rPr lang="en-US" baseline="-25000" noProof="0" dirty="0"/>
              <a:t>out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2F5379-8AD4-4779-A880-2DF513CAE2E9}"/>
              </a:ext>
            </a:extLst>
          </p:cNvPr>
          <p:cNvCxnSpPr>
            <a:stCxn id="5" idx="3"/>
            <a:endCxn id="13" idx="1"/>
          </p:cNvCxnSpPr>
          <p:nvPr/>
        </p:nvCxnSpPr>
        <p:spPr>
          <a:xfrm>
            <a:off x="1204722" y="3150108"/>
            <a:ext cx="214122" cy="266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48924C-EEF9-F2CB-778A-BAA87CFF0EA3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 flipV="1">
            <a:off x="1299972" y="3416808"/>
            <a:ext cx="118872" cy="196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5E26DAC-CA73-9DF3-CCD5-474F2F086311}"/>
              </a:ext>
            </a:extLst>
          </p:cNvPr>
          <p:cNvSpPr txBox="1"/>
          <p:nvPr/>
        </p:nvSpPr>
        <p:spPr>
          <a:xfrm>
            <a:off x="2019300" y="2505194"/>
            <a:ext cx="69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g</a:t>
            </a:r>
            <a:r>
              <a:rPr lang="en-US" baseline="-25000" noProof="0" dirty="0"/>
              <a:t>m1,2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34615A4-DD73-492E-0C70-C025F6D60266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1133856" y="2683347"/>
            <a:ext cx="885444" cy="6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0074A93-DE5A-0AA8-8E0F-8D69CD845128}"/>
              </a:ext>
            </a:extLst>
          </p:cNvPr>
          <p:cNvCxnSpPr>
            <a:cxnSpLocks/>
            <a:stCxn id="13" idx="0"/>
            <a:endCxn id="18" idx="2"/>
          </p:cNvCxnSpPr>
          <p:nvPr/>
        </p:nvCxnSpPr>
        <p:spPr>
          <a:xfrm flipV="1">
            <a:off x="1715262" y="2874526"/>
            <a:ext cx="653034" cy="357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8922C40-74BA-0902-0547-0B682415A37D}"/>
              </a:ext>
            </a:extLst>
          </p:cNvPr>
          <p:cNvSpPr txBox="1"/>
          <p:nvPr/>
        </p:nvSpPr>
        <p:spPr>
          <a:xfrm>
            <a:off x="2717292" y="1972056"/>
            <a:ext cx="53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I</a:t>
            </a:r>
            <a:r>
              <a:rPr lang="en-US" baseline="-25000" noProof="0" dirty="0"/>
              <a:t>d1,2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39018B3-03CE-2871-CC26-F13A3580DE72}"/>
              </a:ext>
            </a:extLst>
          </p:cNvPr>
          <p:cNvCxnSpPr>
            <a:stCxn id="18" idx="3"/>
          </p:cNvCxnSpPr>
          <p:nvPr/>
        </p:nvCxnSpPr>
        <p:spPr>
          <a:xfrm flipV="1">
            <a:off x="2717292" y="2341388"/>
            <a:ext cx="254508" cy="348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78175C7-733B-A15C-5419-E8B752414549}"/>
              </a:ext>
            </a:extLst>
          </p:cNvPr>
          <p:cNvCxnSpPr>
            <a:cxnSpLocks/>
            <a:stCxn id="7" idx="3"/>
            <a:endCxn id="29" idx="1"/>
          </p:cNvCxnSpPr>
          <p:nvPr/>
        </p:nvCxnSpPr>
        <p:spPr>
          <a:xfrm>
            <a:off x="1783080" y="2156722"/>
            <a:ext cx="9342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86705A8-575E-16F1-7DA9-B5635CD60FCA}"/>
              </a:ext>
            </a:extLst>
          </p:cNvPr>
          <p:cNvSpPr txBox="1"/>
          <p:nvPr/>
        </p:nvSpPr>
        <p:spPr>
          <a:xfrm>
            <a:off x="3623310" y="1963174"/>
            <a:ext cx="939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(W/L)</a:t>
            </a:r>
            <a:r>
              <a:rPr lang="en-US" baseline="-25000" noProof="0" dirty="0"/>
              <a:t>1,2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CBFF6C-C1A8-FA07-97D7-AB3E0594C12F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3255264" y="2147840"/>
            <a:ext cx="368046" cy="8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0EF13F4-E3C6-46A5-694C-F68C76F02302}"/>
              </a:ext>
            </a:extLst>
          </p:cNvPr>
          <p:cNvSpPr txBox="1"/>
          <p:nvPr/>
        </p:nvSpPr>
        <p:spPr>
          <a:xfrm>
            <a:off x="3153537" y="2545842"/>
            <a:ext cx="653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70C0"/>
                </a:solidFill>
              </a:rPr>
              <a:t>W</a:t>
            </a:r>
            <a:r>
              <a:rPr lang="en-US" baseline="-25000" noProof="0" dirty="0">
                <a:solidFill>
                  <a:srgbClr val="0070C0"/>
                </a:solidFill>
              </a:rPr>
              <a:t>1,2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E0085C9-5335-20BC-F050-B3B73702B611}"/>
              </a:ext>
            </a:extLst>
          </p:cNvPr>
          <p:cNvCxnSpPr>
            <a:cxnSpLocks/>
            <a:stCxn id="35" idx="2"/>
            <a:endCxn id="39" idx="0"/>
          </p:cNvCxnSpPr>
          <p:nvPr/>
        </p:nvCxnSpPr>
        <p:spPr>
          <a:xfrm flipH="1">
            <a:off x="3480054" y="2332506"/>
            <a:ext cx="613029" cy="213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4C5C427-7DA8-53E7-4C1A-CB243311A248}"/>
              </a:ext>
            </a:extLst>
          </p:cNvPr>
          <p:cNvCxnSpPr>
            <a:cxnSpLocks/>
            <a:stCxn id="9" idx="3"/>
            <a:endCxn id="39" idx="1"/>
          </p:cNvCxnSpPr>
          <p:nvPr/>
        </p:nvCxnSpPr>
        <p:spPr>
          <a:xfrm flipV="1">
            <a:off x="1075372" y="2730508"/>
            <a:ext cx="2078165" cy="1605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36CADF6-596F-5F50-C1E4-390676D6806C}"/>
              </a:ext>
            </a:extLst>
          </p:cNvPr>
          <p:cNvSpPr txBox="1"/>
          <p:nvPr/>
        </p:nvSpPr>
        <p:spPr>
          <a:xfrm>
            <a:off x="2702814" y="1445431"/>
            <a:ext cx="66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I</a:t>
            </a:r>
            <a:r>
              <a:rPr lang="en-US" baseline="-25000" noProof="0" dirty="0"/>
              <a:t>dn1,2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0C6CC86-DEFA-A0E1-7DDD-A93CF565D7C2}"/>
              </a:ext>
            </a:extLst>
          </p:cNvPr>
          <p:cNvCxnSpPr>
            <a:cxnSpLocks/>
            <a:stCxn id="7" idx="3"/>
            <a:endCxn id="45" idx="1"/>
          </p:cNvCxnSpPr>
          <p:nvPr/>
        </p:nvCxnSpPr>
        <p:spPr>
          <a:xfrm flipV="1">
            <a:off x="1783080" y="1630097"/>
            <a:ext cx="919734" cy="526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3845A10-202C-904C-9523-17A23D32B477}"/>
              </a:ext>
            </a:extLst>
          </p:cNvPr>
          <p:cNvCxnSpPr>
            <a:cxnSpLocks/>
            <a:stCxn id="45" idx="3"/>
            <a:endCxn id="35" idx="1"/>
          </p:cNvCxnSpPr>
          <p:nvPr/>
        </p:nvCxnSpPr>
        <p:spPr>
          <a:xfrm>
            <a:off x="3364992" y="1630097"/>
            <a:ext cx="258318" cy="517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7594F77-69EB-BC76-A504-E78F130180AE}"/>
              </a:ext>
            </a:extLst>
          </p:cNvPr>
          <p:cNvSpPr txBox="1"/>
          <p:nvPr/>
        </p:nvSpPr>
        <p:spPr>
          <a:xfrm>
            <a:off x="6180772" y="660600"/>
            <a:ext cx="103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B050"/>
                </a:solidFill>
              </a:rPr>
              <a:t>(g</a:t>
            </a:r>
            <a:r>
              <a:rPr lang="en-US" baseline="-25000" noProof="0" dirty="0">
                <a:solidFill>
                  <a:srgbClr val="00B050"/>
                </a:solidFill>
              </a:rPr>
              <a:t>m</a:t>
            </a:r>
            <a:r>
              <a:rPr lang="en-US" noProof="0" dirty="0">
                <a:solidFill>
                  <a:srgbClr val="00B050"/>
                </a:solidFill>
              </a:rPr>
              <a:t>/I</a:t>
            </a:r>
            <a:r>
              <a:rPr lang="en-US" baseline="-25000" noProof="0" dirty="0">
                <a:solidFill>
                  <a:srgbClr val="00B050"/>
                </a:solidFill>
              </a:rPr>
              <a:t>d</a:t>
            </a:r>
            <a:r>
              <a:rPr lang="en-US" noProof="0" dirty="0">
                <a:solidFill>
                  <a:srgbClr val="00B050"/>
                </a:solidFill>
              </a:rPr>
              <a:t>)</a:t>
            </a:r>
            <a:r>
              <a:rPr lang="en-US" baseline="-25000" dirty="0">
                <a:solidFill>
                  <a:srgbClr val="00B050"/>
                </a:solidFill>
              </a:rPr>
              <a:t>5</a:t>
            </a:r>
            <a:r>
              <a:rPr lang="en-US" baseline="-25000" noProof="0" dirty="0">
                <a:solidFill>
                  <a:srgbClr val="00B050"/>
                </a:solidFill>
              </a:rPr>
              <a:t>,6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D36F215-7F56-BD9D-0361-B8A7798B328E}"/>
              </a:ext>
            </a:extLst>
          </p:cNvPr>
          <p:cNvCxnSpPr>
            <a:cxnSpLocks/>
            <a:stCxn id="29" idx="3"/>
            <a:endCxn id="61" idx="1"/>
          </p:cNvCxnSpPr>
          <p:nvPr/>
        </p:nvCxnSpPr>
        <p:spPr>
          <a:xfrm flipV="1">
            <a:off x="3255264" y="1445431"/>
            <a:ext cx="1845564" cy="711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3D87D17-A710-91AB-3A89-D35681EB4D58}"/>
              </a:ext>
            </a:extLst>
          </p:cNvPr>
          <p:cNvSpPr txBox="1"/>
          <p:nvPr/>
        </p:nvSpPr>
        <p:spPr>
          <a:xfrm>
            <a:off x="5100828" y="1260765"/>
            <a:ext cx="53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I</a:t>
            </a:r>
            <a:r>
              <a:rPr lang="en-US" baseline="-25000" noProof="0" dirty="0"/>
              <a:t>d5,6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F386B5-2914-BA75-453A-307D8BDC4368}"/>
              </a:ext>
            </a:extLst>
          </p:cNvPr>
          <p:cNvSpPr txBox="1"/>
          <p:nvPr/>
        </p:nvSpPr>
        <p:spPr>
          <a:xfrm>
            <a:off x="3806571" y="2718458"/>
            <a:ext cx="700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70C0"/>
                </a:solidFill>
              </a:rPr>
              <a:t>V</a:t>
            </a:r>
            <a:r>
              <a:rPr lang="en-US" baseline="-25000" noProof="0" dirty="0">
                <a:solidFill>
                  <a:srgbClr val="0070C0"/>
                </a:solidFill>
              </a:rPr>
              <a:t>ea1,2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1EDB6F3-493F-43C3-877E-7B6C59B10209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075372" y="3150108"/>
            <a:ext cx="3017711" cy="1185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DAA077A-A1A0-92AA-7223-E7453ED32E02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1418844" y="3150108"/>
            <a:ext cx="2738056" cy="1908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70A02DBF-58DE-1E8F-0AA9-D46F2646C7B3}"/>
              </a:ext>
            </a:extLst>
          </p:cNvPr>
          <p:cNvSpPr txBox="1"/>
          <p:nvPr/>
        </p:nvSpPr>
        <p:spPr>
          <a:xfrm>
            <a:off x="6541674" y="1260765"/>
            <a:ext cx="66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I</a:t>
            </a:r>
            <a:r>
              <a:rPr lang="en-US" baseline="-25000" noProof="0" dirty="0"/>
              <a:t>dn5,6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6DDB981-B62A-21A3-484C-60D6FFFAFC71}"/>
              </a:ext>
            </a:extLst>
          </p:cNvPr>
          <p:cNvCxnSpPr>
            <a:stCxn id="50" idx="2"/>
            <a:endCxn id="76" idx="0"/>
          </p:cNvCxnSpPr>
          <p:nvPr/>
        </p:nvCxnSpPr>
        <p:spPr>
          <a:xfrm>
            <a:off x="6698932" y="1029932"/>
            <a:ext cx="173831" cy="23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40ADFFC1-D629-938E-D366-AA14F14AA088}"/>
              </a:ext>
            </a:extLst>
          </p:cNvPr>
          <p:cNvSpPr txBox="1"/>
          <p:nvPr/>
        </p:nvSpPr>
        <p:spPr>
          <a:xfrm>
            <a:off x="5837777" y="1260765"/>
            <a:ext cx="66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g</a:t>
            </a:r>
            <a:r>
              <a:rPr lang="en-US" baseline="-25000" noProof="0" dirty="0"/>
              <a:t>m5,6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8D4B7FC-7459-16AA-7B5C-E5B8B0240A30}"/>
              </a:ext>
            </a:extLst>
          </p:cNvPr>
          <p:cNvCxnSpPr>
            <a:stCxn id="50" idx="2"/>
            <a:endCxn id="82" idx="0"/>
          </p:cNvCxnSpPr>
          <p:nvPr/>
        </p:nvCxnSpPr>
        <p:spPr>
          <a:xfrm flipH="1">
            <a:off x="6168866" y="1029932"/>
            <a:ext cx="530066" cy="23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6ABA229-A3AF-F5AA-8CEA-E99A6DB60DD0}"/>
              </a:ext>
            </a:extLst>
          </p:cNvPr>
          <p:cNvCxnSpPr>
            <a:stCxn id="61" idx="3"/>
            <a:endCxn id="82" idx="1"/>
          </p:cNvCxnSpPr>
          <p:nvPr/>
        </p:nvCxnSpPr>
        <p:spPr>
          <a:xfrm>
            <a:off x="5638800" y="1445431"/>
            <a:ext cx="1989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5FFAFAA2-A576-221F-EB61-FDB13F583821}"/>
              </a:ext>
            </a:extLst>
          </p:cNvPr>
          <p:cNvSpPr txBox="1"/>
          <p:nvPr/>
        </p:nvSpPr>
        <p:spPr>
          <a:xfrm>
            <a:off x="5699093" y="1841254"/>
            <a:ext cx="939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(W/L)</a:t>
            </a:r>
            <a:r>
              <a:rPr lang="en-US" baseline="-25000" noProof="0" dirty="0"/>
              <a:t>5,6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1257DAC-45A0-2705-8FE6-C7C4E7A8593A}"/>
              </a:ext>
            </a:extLst>
          </p:cNvPr>
          <p:cNvCxnSpPr>
            <a:stCxn id="61" idx="2"/>
            <a:endCxn id="88" idx="0"/>
          </p:cNvCxnSpPr>
          <p:nvPr/>
        </p:nvCxnSpPr>
        <p:spPr>
          <a:xfrm>
            <a:off x="5369814" y="1630097"/>
            <a:ext cx="799052" cy="211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9192AEA-9506-08C8-FA01-649A7C72105E}"/>
              </a:ext>
            </a:extLst>
          </p:cNvPr>
          <p:cNvCxnSpPr>
            <a:stCxn id="76" idx="2"/>
            <a:endCxn id="88" idx="0"/>
          </p:cNvCxnSpPr>
          <p:nvPr/>
        </p:nvCxnSpPr>
        <p:spPr>
          <a:xfrm flipH="1">
            <a:off x="6168866" y="1630097"/>
            <a:ext cx="703897" cy="211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61E06221-A431-AEAF-2A42-537889EDCE33}"/>
              </a:ext>
            </a:extLst>
          </p:cNvPr>
          <p:cNvSpPr txBox="1"/>
          <p:nvPr/>
        </p:nvSpPr>
        <p:spPr>
          <a:xfrm>
            <a:off x="7938373" y="660600"/>
            <a:ext cx="29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B050"/>
                </a:solidFill>
              </a:rPr>
              <a:t>L</a:t>
            </a:r>
            <a:endParaRPr lang="en-US" baseline="-25000" noProof="0" dirty="0">
              <a:solidFill>
                <a:srgbClr val="00B05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030A562-51C6-8648-6394-504960E5632A}"/>
              </a:ext>
            </a:extLst>
          </p:cNvPr>
          <p:cNvSpPr txBox="1"/>
          <p:nvPr/>
        </p:nvSpPr>
        <p:spPr>
          <a:xfrm>
            <a:off x="7509272" y="1366343"/>
            <a:ext cx="653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70C0"/>
                </a:solidFill>
              </a:rPr>
              <a:t>W</a:t>
            </a:r>
            <a:r>
              <a:rPr lang="en-US" baseline="-25000" noProof="0" dirty="0">
                <a:solidFill>
                  <a:srgbClr val="0070C0"/>
                </a:solidFill>
              </a:rPr>
              <a:t>5,6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22EB80E-B2B3-B19C-A989-28E09EDAC6EE}"/>
              </a:ext>
            </a:extLst>
          </p:cNvPr>
          <p:cNvCxnSpPr>
            <a:stCxn id="99" idx="2"/>
            <a:endCxn id="100" idx="0"/>
          </p:cNvCxnSpPr>
          <p:nvPr/>
        </p:nvCxnSpPr>
        <p:spPr>
          <a:xfrm flipH="1">
            <a:off x="7835789" y="1029932"/>
            <a:ext cx="247840" cy="33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3753823-30A3-5754-EA61-9E976D2C0C52}"/>
              </a:ext>
            </a:extLst>
          </p:cNvPr>
          <p:cNvCxnSpPr>
            <a:cxnSpLocks/>
            <a:stCxn id="88" idx="3"/>
            <a:endCxn id="100" idx="1"/>
          </p:cNvCxnSpPr>
          <p:nvPr/>
        </p:nvCxnSpPr>
        <p:spPr>
          <a:xfrm flipV="1">
            <a:off x="6638639" y="1551009"/>
            <a:ext cx="870633" cy="474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5F4C8EC3-9C6F-7564-01B4-E0D2F6B99D58}"/>
              </a:ext>
            </a:extLst>
          </p:cNvPr>
          <p:cNvSpPr txBox="1"/>
          <p:nvPr/>
        </p:nvSpPr>
        <p:spPr>
          <a:xfrm>
            <a:off x="8237267" y="1366343"/>
            <a:ext cx="700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70C0"/>
                </a:solidFill>
              </a:rPr>
              <a:t>V</a:t>
            </a:r>
            <a:r>
              <a:rPr lang="en-US" baseline="-25000" noProof="0" dirty="0">
                <a:solidFill>
                  <a:srgbClr val="0070C0"/>
                </a:solidFill>
              </a:rPr>
              <a:t>ea5,6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7E25075-7D81-6E74-4805-49B591746CE8}"/>
              </a:ext>
            </a:extLst>
          </p:cNvPr>
          <p:cNvCxnSpPr>
            <a:stCxn id="99" idx="2"/>
            <a:endCxn id="106" idx="0"/>
          </p:cNvCxnSpPr>
          <p:nvPr/>
        </p:nvCxnSpPr>
        <p:spPr>
          <a:xfrm>
            <a:off x="8083629" y="1029932"/>
            <a:ext cx="503968" cy="33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F207E79-9132-D091-BD41-230D2554550E}"/>
              </a:ext>
            </a:extLst>
          </p:cNvPr>
          <p:cNvSpPr/>
          <p:nvPr/>
        </p:nvSpPr>
        <p:spPr>
          <a:xfrm>
            <a:off x="5071110" y="2874526"/>
            <a:ext cx="3981450" cy="1121646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BE" dirty="0"/>
              <a:t>3,4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4379410-1942-553B-BDFB-89327A474F58}"/>
              </a:ext>
            </a:extLst>
          </p:cNvPr>
          <p:cNvSpPr txBox="1"/>
          <p:nvPr/>
        </p:nvSpPr>
        <p:spPr>
          <a:xfrm>
            <a:off x="6180772" y="2446185"/>
            <a:ext cx="103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B050"/>
                </a:solidFill>
              </a:rPr>
              <a:t>(g</a:t>
            </a:r>
            <a:r>
              <a:rPr lang="en-US" baseline="-25000" noProof="0" dirty="0">
                <a:solidFill>
                  <a:srgbClr val="00B050"/>
                </a:solidFill>
              </a:rPr>
              <a:t>m</a:t>
            </a:r>
            <a:r>
              <a:rPr lang="en-US" noProof="0" dirty="0">
                <a:solidFill>
                  <a:srgbClr val="00B050"/>
                </a:solidFill>
              </a:rPr>
              <a:t>/I</a:t>
            </a:r>
            <a:r>
              <a:rPr lang="en-US" baseline="-25000" noProof="0" dirty="0">
                <a:solidFill>
                  <a:srgbClr val="00B050"/>
                </a:solidFill>
              </a:rPr>
              <a:t>d</a:t>
            </a:r>
            <a:r>
              <a:rPr lang="en-US" noProof="0" dirty="0">
                <a:solidFill>
                  <a:srgbClr val="00B050"/>
                </a:solidFill>
              </a:rPr>
              <a:t>)</a:t>
            </a:r>
            <a:r>
              <a:rPr lang="en-US" baseline="-25000" noProof="0" dirty="0">
                <a:solidFill>
                  <a:srgbClr val="00B050"/>
                </a:solidFill>
              </a:rPr>
              <a:t>3,4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3D6663E-F9DF-9126-310B-AA717E1A3D90}"/>
              </a:ext>
            </a:extLst>
          </p:cNvPr>
          <p:cNvSpPr txBox="1"/>
          <p:nvPr/>
        </p:nvSpPr>
        <p:spPr>
          <a:xfrm>
            <a:off x="5100828" y="3046350"/>
            <a:ext cx="53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I</a:t>
            </a:r>
            <a:r>
              <a:rPr lang="en-US" baseline="-25000" noProof="0" dirty="0"/>
              <a:t>d3,4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25BF388-9F2F-DA63-A578-1ECF112E3074}"/>
              </a:ext>
            </a:extLst>
          </p:cNvPr>
          <p:cNvSpPr txBox="1"/>
          <p:nvPr/>
        </p:nvSpPr>
        <p:spPr>
          <a:xfrm>
            <a:off x="6541674" y="3046350"/>
            <a:ext cx="66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I</a:t>
            </a:r>
            <a:r>
              <a:rPr lang="en-US" baseline="-25000" noProof="0" dirty="0"/>
              <a:t>dn3,4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29A4087-BC7D-0DED-28DD-1D0D5CFB4316}"/>
              </a:ext>
            </a:extLst>
          </p:cNvPr>
          <p:cNvCxnSpPr>
            <a:stCxn id="111" idx="2"/>
            <a:endCxn id="113" idx="0"/>
          </p:cNvCxnSpPr>
          <p:nvPr/>
        </p:nvCxnSpPr>
        <p:spPr>
          <a:xfrm>
            <a:off x="6698932" y="2815517"/>
            <a:ext cx="173831" cy="23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6C59C997-EA7C-59F3-1542-6732C2CCD283}"/>
              </a:ext>
            </a:extLst>
          </p:cNvPr>
          <p:cNvSpPr txBox="1"/>
          <p:nvPr/>
        </p:nvSpPr>
        <p:spPr>
          <a:xfrm>
            <a:off x="5837777" y="3046350"/>
            <a:ext cx="66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g</a:t>
            </a:r>
            <a:r>
              <a:rPr lang="en-US" baseline="-25000" noProof="0" dirty="0"/>
              <a:t>m3,4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3F2DA06-5009-A978-E485-B84708D275AE}"/>
              </a:ext>
            </a:extLst>
          </p:cNvPr>
          <p:cNvCxnSpPr>
            <a:stCxn id="111" idx="2"/>
            <a:endCxn id="115" idx="0"/>
          </p:cNvCxnSpPr>
          <p:nvPr/>
        </p:nvCxnSpPr>
        <p:spPr>
          <a:xfrm flipH="1">
            <a:off x="6168866" y="2815517"/>
            <a:ext cx="530066" cy="23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3C73CE5-2DE2-2A50-E78C-79378E83A418}"/>
              </a:ext>
            </a:extLst>
          </p:cNvPr>
          <p:cNvCxnSpPr>
            <a:stCxn id="112" idx="3"/>
            <a:endCxn id="115" idx="1"/>
          </p:cNvCxnSpPr>
          <p:nvPr/>
        </p:nvCxnSpPr>
        <p:spPr>
          <a:xfrm>
            <a:off x="5638800" y="3231016"/>
            <a:ext cx="1989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678A6703-EF8C-9B84-F0CB-ADCB016CAB4A}"/>
              </a:ext>
            </a:extLst>
          </p:cNvPr>
          <p:cNvSpPr txBox="1"/>
          <p:nvPr/>
        </p:nvSpPr>
        <p:spPr>
          <a:xfrm>
            <a:off x="5699093" y="3626839"/>
            <a:ext cx="939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(W/L)</a:t>
            </a:r>
            <a:r>
              <a:rPr lang="en-US" baseline="-25000" dirty="0"/>
              <a:t>3</a:t>
            </a:r>
            <a:r>
              <a:rPr lang="en-US" baseline="-25000" noProof="0" dirty="0"/>
              <a:t>,4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D815F92-59DC-9B16-2EA6-0324A7105F9C}"/>
              </a:ext>
            </a:extLst>
          </p:cNvPr>
          <p:cNvCxnSpPr>
            <a:stCxn id="112" idx="2"/>
            <a:endCxn id="118" idx="0"/>
          </p:cNvCxnSpPr>
          <p:nvPr/>
        </p:nvCxnSpPr>
        <p:spPr>
          <a:xfrm>
            <a:off x="5369814" y="3415682"/>
            <a:ext cx="799052" cy="211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8AB9E30-6059-BC07-56F6-53157F1857D7}"/>
              </a:ext>
            </a:extLst>
          </p:cNvPr>
          <p:cNvCxnSpPr>
            <a:stCxn id="113" idx="2"/>
            <a:endCxn id="118" idx="0"/>
          </p:cNvCxnSpPr>
          <p:nvPr/>
        </p:nvCxnSpPr>
        <p:spPr>
          <a:xfrm flipH="1">
            <a:off x="6168866" y="3415682"/>
            <a:ext cx="703897" cy="211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4B2932C2-92D8-D916-B2A1-8ECAA566B791}"/>
              </a:ext>
            </a:extLst>
          </p:cNvPr>
          <p:cNvSpPr txBox="1"/>
          <p:nvPr/>
        </p:nvSpPr>
        <p:spPr>
          <a:xfrm>
            <a:off x="7938373" y="2446185"/>
            <a:ext cx="29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B050"/>
                </a:solidFill>
              </a:rPr>
              <a:t>L</a:t>
            </a:r>
            <a:endParaRPr lang="en-US" baseline="-25000" noProof="0" dirty="0">
              <a:solidFill>
                <a:srgbClr val="00B05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A72E034-BD80-CE09-DCDC-8E098ACD28BA}"/>
              </a:ext>
            </a:extLst>
          </p:cNvPr>
          <p:cNvSpPr txBox="1"/>
          <p:nvPr/>
        </p:nvSpPr>
        <p:spPr>
          <a:xfrm>
            <a:off x="7509272" y="3151928"/>
            <a:ext cx="653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70C0"/>
                </a:solidFill>
              </a:rPr>
              <a:t>W</a:t>
            </a:r>
            <a:r>
              <a:rPr lang="en-US" baseline="-25000" noProof="0" dirty="0">
                <a:solidFill>
                  <a:srgbClr val="0070C0"/>
                </a:solidFill>
              </a:rPr>
              <a:t>3,4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99E003A-7BB0-FA16-3F00-B55EE71ADABE}"/>
              </a:ext>
            </a:extLst>
          </p:cNvPr>
          <p:cNvCxnSpPr>
            <a:stCxn id="121" idx="2"/>
            <a:endCxn id="122" idx="0"/>
          </p:cNvCxnSpPr>
          <p:nvPr/>
        </p:nvCxnSpPr>
        <p:spPr>
          <a:xfrm flipH="1">
            <a:off x="7835789" y="2815517"/>
            <a:ext cx="247840" cy="33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CD53BF56-E1B4-1F13-6EDC-21058D1EE16D}"/>
              </a:ext>
            </a:extLst>
          </p:cNvPr>
          <p:cNvCxnSpPr>
            <a:cxnSpLocks/>
            <a:stCxn id="118" idx="3"/>
            <a:endCxn id="122" idx="1"/>
          </p:cNvCxnSpPr>
          <p:nvPr/>
        </p:nvCxnSpPr>
        <p:spPr>
          <a:xfrm flipV="1">
            <a:off x="6638639" y="3336594"/>
            <a:ext cx="870633" cy="474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120852AE-3CAD-9752-C79C-AD2B592C3F96}"/>
              </a:ext>
            </a:extLst>
          </p:cNvPr>
          <p:cNvSpPr txBox="1"/>
          <p:nvPr/>
        </p:nvSpPr>
        <p:spPr>
          <a:xfrm>
            <a:off x="8237267" y="3151928"/>
            <a:ext cx="700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70C0"/>
                </a:solidFill>
              </a:rPr>
              <a:t>V</a:t>
            </a:r>
            <a:r>
              <a:rPr lang="en-US" baseline="-25000" noProof="0" dirty="0">
                <a:solidFill>
                  <a:srgbClr val="0070C0"/>
                </a:solidFill>
              </a:rPr>
              <a:t>ea3,4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96569198-8D7A-6A8F-EB20-B68A109C844A}"/>
              </a:ext>
            </a:extLst>
          </p:cNvPr>
          <p:cNvCxnSpPr>
            <a:stCxn id="121" idx="2"/>
            <a:endCxn id="125" idx="0"/>
          </p:cNvCxnSpPr>
          <p:nvPr/>
        </p:nvCxnSpPr>
        <p:spPr>
          <a:xfrm>
            <a:off x="8083629" y="2815517"/>
            <a:ext cx="503968" cy="33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A38AEB23-F5D1-A10E-2843-EBDF71A58929}"/>
              </a:ext>
            </a:extLst>
          </p:cNvPr>
          <p:cNvCxnSpPr>
            <a:cxnSpLocks/>
            <a:stCxn id="61" idx="1"/>
            <a:endCxn id="112" idx="1"/>
          </p:cNvCxnSpPr>
          <p:nvPr/>
        </p:nvCxnSpPr>
        <p:spPr>
          <a:xfrm>
            <a:off x="5100828" y="1445431"/>
            <a:ext cx="0" cy="1785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ECF750DD-C516-95AD-2EF4-E32B0A4DA704}"/>
              </a:ext>
            </a:extLst>
          </p:cNvPr>
          <p:cNvSpPr txBox="1"/>
          <p:nvPr/>
        </p:nvSpPr>
        <p:spPr>
          <a:xfrm>
            <a:off x="8505015" y="660600"/>
            <a:ext cx="69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>
                <a:solidFill>
                  <a:srgbClr val="FF0000"/>
                </a:solidFill>
              </a:rPr>
              <a:t>V</a:t>
            </a:r>
            <a:r>
              <a:rPr lang="en-US" baseline="-25000" noProof="0" dirty="0" err="1">
                <a:solidFill>
                  <a:srgbClr val="FF0000"/>
                </a:solidFill>
              </a:rPr>
              <a:t>ea,l</a:t>
            </a:r>
            <a:endParaRPr lang="en-US" baseline="-25000" noProof="0" dirty="0">
              <a:solidFill>
                <a:srgbClr val="FF0000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E43A514-8D83-EBC2-2471-6280252A8A58}"/>
              </a:ext>
            </a:extLst>
          </p:cNvPr>
          <p:cNvSpPr txBox="1"/>
          <p:nvPr/>
        </p:nvSpPr>
        <p:spPr>
          <a:xfrm>
            <a:off x="8353330" y="2439114"/>
            <a:ext cx="69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>
                <a:solidFill>
                  <a:srgbClr val="FF0000"/>
                </a:solidFill>
              </a:rPr>
              <a:t>V</a:t>
            </a:r>
            <a:r>
              <a:rPr lang="en-US" baseline="-25000" noProof="0" dirty="0" err="1">
                <a:solidFill>
                  <a:srgbClr val="FF0000"/>
                </a:solidFill>
              </a:rPr>
              <a:t>ea,l</a:t>
            </a:r>
            <a:endParaRPr lang="en-US" baseline="-25000" noProof="0" dirty="0">
              <a:solidFill>
                <a:srgbClr val="FF0000"/>
              </a:solidFill>
            </a:endParaRP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4D1CFA1-857B-9A45-A7B5-0FF0C47BD3FC}"/>
              </a:ext>
            </a:extLst>
          </p:cNvPr>
          <p:cNvCxnSpPr>
            <a:stCxn id="130" idx="2"/>
            <a:endCxn id="106" idx="0"/>
          </p:cNvCxnSpPr>
          <p:nvPr/>
        </p:nvCxnSpPr>
        <p:spPr>
          <a:xfrm flipH="1">
            <a:off x="8587597" y="1029932"/>
            <a:ext cx="266414" cy="33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EFDA1D9-2B8D-5A55-23A0-B5BD19A488B3}"/>
              </a:ext>
            </a:extLst>
          </p:cNvPr>
          <p:cNvCxnSpPr>
            <a:stCxn id="131" idx="2"/>
            <a:endCxn id="125" idx="0"/>
          </p:cNvCxnSpPr>
          <p:nvPr/>
        </p:nvCxnSpPr>
        <p:spPr>
          <a:xfrm flipH="1">
            <a:off x="8587597" y="2808446"/>
            <a:ext cx="114729" cy="343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A0174897-043A-2377-3D2E-D94A5AEF6779}"/>
              </a:ext>
            </a:extLst>
          </p:cNvPr>
          <p:cNvSpPr/>
          <p:nvPr/>
        </p:nvSpPr>
        <p:spPr>
          <a:xfrm>
            <a:off x="5100828" y="4851746"/>
            <a:ext cx="3981450" cy="1121646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BE" dirty="0"/>
              <a:t>7,8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8CE7F48-4CFD-522E-998E-CCC6E9B7EE0B}"/>
              </a:ext>
            </a:extLst>
          </p:cNvPr>
          <p:cNvSpPr txBox="1"/>
          <p:nvPr/>
        </p:nvSpPr>
        <p:spPr>
          <a:xfrm>
            <a:off x="6210490" y="4423405"/>
            <a:ext cx="103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B050"/>
                </a:solidFill>
              </a:rPr>
              <a:t>(g</a:t>
            </a:r>
            <a:r>
              <a:rPr lang="en-US" baseline="-25000" noProof="0" dirty="0">
                <a:solidFill>
                  <a:srgbClr val="00B050"/>
                </a:solidFill>
              </a:rPr>
              <a:t>m</a:t>
            </a:r>
            <a:r>
              <a:rPr lang="en-US" noProof="0" dirty="0">
                <a:solidFill>
                  <a:srgbClr val="00B050"/>
                </a:solidFill>
              </a:rPr>
              <a:t>/I</a:t>
            </a:r>
            <a:r>
              <a:rPr lang="en-US" baseline="-25000" noProof="0" dirty="0">
                <a:solidFill>
                  <a:srgbClr val="00B050"/>
                </a:solidFill>
              </a:rPr>
              <a:t>d</a:t>
            </a:r>
            <a:r>
              <a:rPr lang="en-US" noProof="0" dirty="0">
                <a:solidFill>
                  <a:srgbClr val="00B050"/>
                </a:solidFill>
              </a:rPr>
              <a:t>)</a:t>
            </a:r>
            <a:r>
              <a:rPr lang="en-US" baseline="-25000" dirty="0">
                <a:solidFill>
                  <a:srgbClr val="00B050"/>
                </a:solidFill>
              </a:rPr>
              <a:t>7</a:t>
            </a:r>
            <a:r>
              <a:rPr lang="en-US" baseline="-25000" noProof="0" dirty="0">
                <a:solidFill>
                  <a:srgbClr val="00B050"/>
                </a:solidFill>
              </a:rPr>
              <a:t>,8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B148584-F957-3103-5198-B0F440D10250}"/>
              </a:ext>
            </a:extLst>
          </p:cNvPr>
          <p:cNvSpPr txBox="1"/>
          <p:nvPr/>
        </p:nvSpPr>
        <p:spPr>
          <a:xfrm>
            <a:off x="5130546" y="5023570"/>
            <a:ext cx="53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I</a:t>
            </a:r>
            <a:r>
              <a:rPr lang="en-US" baseline="-25000" noProof="0" dirty="0"/>
              <a:t>d7,8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4A692DD-BB23-DDA8-8C2A-289F1B9E4467}"/>
              </a:ext>
            </a:extLst>
          </p:cNvPr>
          <p:cNvSpPr txBox="1"/>
          <p:nvPr/>
        </p:nvSpPr>
        <p:spPr>
          <a:xfrm>
            <a:off x="6571392" y="5023570"/>
            <a:ext cx="66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I</a:t>
            </a:r>
            <a:r>
              <a:rPr lang="en-US" baseline="-25000" noProof="0" dirty="0"/>
              <a:t>dn7,8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686AF72E-6907-793A-E94D-0FFA021DC0DF}"/>
              </a:ext>
            </a:extLst>
          </p:cNvPr>
          <p:cNvCxnSpPr>
            <a:stCxn id="137" idx="2"/>
            <a:endCxn id="139" idx="0"/>
          </p:cNvCxnSpPr>
          <p:nvPr/>
        </p:nvCxnSpPr>
        <p:spPr>
          <a:xfrm>
            <a:off x="6728650" y="4792737"/>
            <a:ext cx="173831" cy="23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B0A2D3CA-6F27-EB7E-8D77-5A29D012E371}"/>
              </a:ext>
            </a:extLst>
          </p:cNvPr>
          <p:cNvSpPr txBox="1"/>
          <p:nvPr/>
        </p:nvSpPr>
        <p:spPr>
          <a:xfrm>
            <a:off x="5867495" y="5023570"/>
            <a:ext cx="66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g</a:t>
            </a:r>
            <a:r>
              <a:rPr lang="en-US" baseline="-25000" noProof="0" dirty="0"/>
              <a:t>m7,8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ACC52042-4A3D-6A32-FBFE-1E98FD3B1F99}"/>
              </a:ext>
            </a:extLst>
          </p:cNvPr>
          <p:cNvCxnSpPr>
            <a:stCxn id="137" idx="2"/>
            <a:endCxn id="141" idx="0"/>
          </p:cNvCxnSpPr>
          <p:nvPr/>
        </p:nvCxnSpPr>
        <p:spPr>
          <a:xfrm flipH="1">
            <a:off x="6198584" y="4792737"/>
            <a:ext cx="530066" cy="23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BC112763-7BE4-E7DE-94BD-F41FB4C2E957}"/>
              </a:ext>
            </a:extLst>
          </p:cNvPr>
          <p:cNvCxnSpPr>
            <a:stCxn id="138" idx="3"/>
            <a:endCxn id="141" idx="1"/>
          </p:cNvCxnSpPr>
          <p:nvPr/>
        </p:nvCxnSpPr>
        <p:spPr>
          <a:xfrm>
            <a:off x="5668518" y="5208236"/>
            <a:ext cx="1989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CB78A301-0ABC-3F1B-3474-BE86383F62F6}"/>
              </a:ext>
            </a:extLst>
          </p:cNvPr>
          <p:cNvSpPr txBox="1"/>
          <p:nvPr/>
        </p:nvSpPr>
        <p:spPr>
          <a:xfrm>
            <a:off x="5728811" y="5604059"/>
            <a:ext cx="939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(W/L)</a:t>
            </a:r>
            <a:r>
              <a:rPr lang="en-US" baseline="-25000" noProof="0" dirty="0"/>
              <a:t>7,8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47CFAC5C-F54F-DCDB-1101-8DDAE03C1B2A}"/>
              </a:ext>
            </a:extLst>
          </p:cNvPr>
          <p:cNvCxnSpPr>
            <a:stCxn id="138" idx="2"/>
            <a:endCxn id="144" idx="0"/>
          </p:cNvCxnSpPr>
          <p:nvPr/>
        </p:nvCxnSpPr>
        <p:spPr>
          <a:xfrm>
            <a:off x="5399532" y="5392902"/>
            <a:ext cx="799052" cy="211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C429DD9-391B-FBD0-9E0D-93AAC92E6D75}"/>
              </a:ext>
            </a:extLst>
          </p:cNvPr>
          <p:cNvCxnSpPr>
            <a:stCxn id="139" idx="2"/>
            <a:endCxn id="144" idx="0"/>
          </p:cNvCxnSpPr>
          <p:nvPr/>
        </p:nvCxnSpPr>
        <p:spPr>
          <a:xfrm flipH="1">
            <a:off x="6198584" y="5392902"/>
            <a:ext cx="703897" cy="211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22490F66-315A-625E-9817-28C58C4666F9}"/>
              </a:ext>
            </a:extLst>
          </p:cNvPr>
          <p:cNvSpPr txBox="1"/>
          <p:nvPr/>
        </p:nvSpPr>
        <p:spPr>
          <a:xfrm>
            <a:off x="7968091" y="4423405"/>
            <a:ext cx="29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B050"/>
                </a:solidFill>
              </a:rPr>
              <a:t>L</a:t>
            </a:r>
            <a:endParaRPr lang="en-US" baseline="-25000" noProof="0" dirty="0">
              <a:solidFill>
                <a:srgbClr val="00B050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5A8F3F1-D967-C65B-D8E4-89B4EAF41E0B}"/>
              </a:ext>
            </a:extLst>
          </p:cNvPr>
          <p:cNvSpPr txBox="1"/>
          <p:nvPr/>
        </p:nvSpPr>
        <p:spPr>
          <a:xfrm>
            <a:off x="7538990" y="5129148"/>
            <a:ext cx="653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70C0"/>
                </a:solidFill>
              </a:rPr>
              <a:t>W</a:t>
            </a:r>
            <a:r>
              <a:rPr lang="en-US" baseline="-25000" dirty="0">
                <a:solidFill>
                  <a:srgbClr val="0070C0"/>
                </a:solidFill>
              </a:rPr>
              <a:t>7</a:t>
            </a:r>
            <a:r>
              <a:rPr lang="en-US" baseline="-25000" noProof="0" dirty="0">
                <a:solidFill>
                  <a:srgbClr val="0070C0"/>
                </a:solidFill>
              </a:rPr>
              <a:t>,8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DAA2684A-0FAA-3498-DF47-1639D4CD6AE4}"/>
              </a:ext>
            </a:extLst>
          </p:cNvPr>
          <p:cNvCxnSpPr>
            <a:stCxn id="147" idx="2"/>
            <a:endCxn id="148" idx="0"/>
          </p:cNvCxnSpPr>
          <p:nvPr/>
        </p:nvCxnSpPr>
        <p:spPr>
          <a:xfrm flipH="1">
            <a:off x="7865507" y="4792737"/>
            <a:ext cx="247840" cy="33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A3C444F-22C1-3EEC-DF5D-540D59251BEC}"/>
              </a:ext>
            </a:extLst>
          </p:cNvPr>
          <p:cNvCxnSpPr>
            <a:cxnSpLocks/>
            <a:stCxn id="144" idx="3"/>
            <a:endCxn id="148" idx="1"/>
          </p:cNvCxnSpPr>
          <p:nvPr/>
        </p:nvCxnSpPr>
        <p:spPr>
          <a:xfrm flipV="1">
            <a:off x="6668357" y="5313814"/>
            <a:ext cx="870633" cy="474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690C238A-3B21-F2B4-B4B2-9EA06F25D222}"/>
              </a:ext>
            </a:extLst>
          </p:cNvPr>
          <p:cNvSpPr txBox="1"/>
          <p:nvPr/>
        </p:nvSpPr>
        <p:spPr>
          <a:xfrm>
            <a:off x="8266985" y="5129148"/>
            <a:ext cx="700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70C0"/>
                </a:solidFill>
              </a:rPr>
              <a:t>V</a:t>
            </a:r>
            <a:r>
              <a:rPr lang="en-US" baseline="-25000" noProof="0" dirty="0">
                <a:solidFill>
                  <a:srgbClr val="0070C0"/>
                </a:solidFill>
              </a:rPr>
              <a:t>ea7,8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C3407580-57FA-A68A-3F4D-DA72AE2F7307}"/>
              </a:ext>
            </a:extLst>
          </p:cNvPr>
          <p:cNvCxnSpPr>
            <a:stCxn id="147" idx="2"/>
            <a:endCxn id="151" idx="0"/>
          </p:cNvCxnSpPr>
          <p:nvPr/>
        </p:nvCxnSpPr>
        <p:spPr>
          <a:xfrm>
            <a:off x="8113347" y="4792737"/>
            <a:ext cx="503968" cy="33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67E69CB0-93ED-1812-8E6C-4FB715F5E14E}"/>
              </a:ext>
            </a:extLst>
          </p:cNvPr>
          <p:cNvSpPr txBox="1"/>
          <p:nvPr/>
        </p:nvSpPr>
        <p:spPr>
          <a:xfrm>
            <a:off x="8383048" y="4416334"/>
            <a:ext cx="69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>
                <a:solidFill>
                  <a:srgbClr val="FF0000"/>
                </a:solidFill>
              </a:rPr>
              <a:t>V</a:t>
            </a:r>
            <a:r>
              <a:rPr lang="en-US" baseline="-25000" noProof="0" dirty="0" err="1">
                <a:solidFill>
                  <a:srgbClr val="FF0000"/>
                </a:solidFill>
              </a:rPr>
              <a:t>ea,l</a:t>
            </a:r>
            <a:endParaRPr lang="en-US" baseline="-25000" noProof="0" dirty="0">
              <a:solidFill>
                <a:srgbClr val="FF0000"/>
              </a:solidFill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243E8C0E-F591-D1F1-0B69-8541634354E5}"/>
              </a:ext>
            </a:extLst>
          </p:cNvPr>
          <p:cNvCxnSpPr>
            <a:stCxn id="153" idx="2"/>
            <a:endCxn id="151" idx="0"/>
          </p:cNvCxnSpPr>
          <p:nvPr/>
        </p:nvCxnSpPr>
        <p:spPr>
          <a:xfrm flipH="1">
            <a:off x="8617315" y="4785666"/>
            <a:ext cx="114729" cy="343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ED783D3E-643B-E0A5-9796-FA6A2D41A40B}"/>
              </a:ext>
            </a:extLst>
          </p:cNvPr>
          <p:cNvCxnSpPr>
            <a:cxnSpLocks/>
            <a:stCxn id="112" idx="1"/>
            <a:endCxn id="138" idx="1"/>
          </p:cNvCxnSpPr>
          <p:nvPr/>
        </p:nvCxnSpPr>
        <p:spPr>
          <a:xfrm>
            <a:off x="5100828" y="3231016"/>
            <a:ext cx="29718" cy="1977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04726B9-C1C8-5E62-A1CC-7874102F4274}"/>
              </a:ext>
            </a:extLst>
          </p:cNvPr>
          <p:cNvSpPr/>
          <p:nvPr/>
        </p:nvSpPr>
        <p:spPr>
          <a:xfrm>
            <a:off x="771144" y="5475750"/>
            <a:ext cx="3981450" cy="1121646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BE" dirty="0"/>
              <a:t>9,10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D2BEBE-6DD8-EE5C-71C9-B24736749E99}"/>
              </a:ext>
            </a:extLst>
          </p:cNvPr>
          <p:cNvSpPr txBox="1"/>
          <p:nvPr/>
        </p:nvSpPr>
        <p:spPr>
          <a:xfrm>
            <a:off x="1880806" y="5047409"/>
            <a:ext cx="1090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B050"/>
                </a:solidFill>
              </a:rPr>
              <a:t>(g</a:t>
            </a:r>
            <a:r>
              <a:rPr lang="en-US" baseline="-25000" noProof="0" dirty="0">
                <a:solidFill>
                  <a:srgbClr val="00B050"/>
                </a:solidFill>
              </a:rPr>
              <a:t>m</a:t>
            </a:r>
            <a:r>
              <a:rPr lang="en-US" noProof="0" dirty="0">
                <a:solidFill>
                  <a:srgbClr val="00B050"/>
                </a:solidFill>
              </a:rPr>
              <a:t>/I</a:t>
            </a:r>
            <a:r>
              <a:rPr lang="en-US" baseline="-25000" noProof="0" dirty="0">
                <a:solidFill>
                  <a:srgbClr val="00B050"/>
                </a:solidFill>
              </a:rPr>
              <a:t>d</a:t>
            </a:r>
            <a:r>
              <a:rPr lang="en-US" noProof="0" dirty="0">
                <a:solidFill>
                  <a:srgbClr val="00B050"/>
                </a:solidFill>
              </a:rPr>
              <a:t>)</a:t>
            </a:r>
            <a:r>
              <a:rPr lang="en-US" baseline="-25000" dirty="0">
                <a:solidFill>
                  <a:srgbClr val="00B050"/>
                </a:solidFill>
              </a:rPr>
              <a:t>9,10</a:t>
            </a:r>
            <a:endParaRPr lang="en-US" baseline="-25000" noProof="0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01B0E1-3285-B5EC-4C13-875DCA2D6B7C}"/>
              </a:ext>
            </a:extLst>
          </p:cNvPr>
          <p:cNvSpPr txBox="1"/>
          <p:nvPr/>
        </p:nvSpPr>
        <p:spPr>
          <a:xfrm>
            <a:off x="800862" y="5647574"/>
            <a:ext cx="635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I</a:t>
            </a:r>
            <a:r>
              <a:rPr lang="en-US" baseline="-25000" noProof="0" dirty="0"/>
              <a:t>d9,10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EA195E-5303-6C1F-0A7C-52D4796A5F4E}"/>
              </a:ext>
            </a:extLst>
          </p:cNvPr>
          <p:cNvSpPr txBox="1"/>
          <p:nvPr/>
        </p:nvSpPr>
        <p:spPr>
          <a:xfrm>
            <a:off x="2241708" y="5647574"/>
            <a:ext cx="839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I</a:t>
            </a:r>
            <a:r>
              <a:rPr lang="en-US" baseline="-25000" noProof="0" dirty="0"/>
              <a:t>dn9,10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782089-3CF8-82E6-CE50-B2F41A1BA94C}"/>
              </a:ext>
            </a:extLst>
          </p:cNvPr>
          <p:cNvCxnSpPr>
            <a:cxnSpLocks/>
            <a:stCxn id="14" idx="2"/>
            <a:endCxn id="19" idx="0"/>
          </p:cNvCxnSpPr>
          <p:nvPr/>
        </p:nvCxnSpPr>
        <p:spPr>
          <a:xfrm>
            <a:off x="2426303" y="5416741"/>
            <a:ext cx="235315" cy="23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B19D1B8-7F67-D272-CE01-8C43F9C1CE80}"/>
              </a:ext>
            </a:extLst>
          </p:cNvPr>
          <p:cNvSpPr txBox="1"/>
          <p:nvPr/>
        </p:nvSpPr>
        <p:spPr>
          <a:xfrm>
            <a:off x="1537810" y="5647574"/>
            <a:ext cx="830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g</a:t>
            </a:r>
            <a:r>
              <a:rPr lang="en-US" baseline="-25000" noProof="0" dirty="0"/>
              <a:t>m9,10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2E1A402-C4AD-7E38-893B-A8DC267EFB35}"/>
              </a:ext>
            </a:extLst>
          </p:cNvPr>
          <p:cNvCxnSpPr>
            <a:cxnSpLocks/>
            <a:stCxn id="14" idx="2"/>
            <a:endCxn id="16" idx="3"/>
          </p:cNvCxnSpPr>
          <p:nvPr/>
        </p:nvCxnSpPr>
        <p:spPr>
          <a:xfrm flipH="1">
            <a:off x="1436370" y="5416741"/>
            <a:ext cx="989933" cy="415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BD331B7-FB05-2E89-26DB-7D9FDDBA1001}"/>
              </a:ext>
            </a:extLst>
          </p:cNvPr>
          <p:cNvSpPr txBox="1"/>
          <p:nvPr/>
        </p:nvSpPr>
        <p:spPr>
          <a:xfrm>
            <a:off x="1399126" y="6228063"/>
            <a:ext cx="106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(W/L)</a:t>
            </a:r>
            <a:r>
              <a:rPr lang="en-US" baseline="-25000" dirty="0"/>
              <a:t>9,10</a:t>
            </a:r>
            <a:endParaRPr lang="en-US" baseline="-25000" noProof="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C1E9D88-1440-9BDC-766B-7F189551C403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>
            <a:off x="1118616" y="6016906"/>
            <a:ext cx="815387" cy="211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58BFDF7-5851-BF72-7910-8EE082AEC520}"/>
              </a:ext>
            </a:extLst>
          </p:cNvPr>
          <p:cNvCxnSpPr>
            <a:cxnSpLocks/>
            <a:stCxn id="19" idx="2"/>
            <a:endCxn id="26" idx="0"/>
          </p:cNvCxnSpPr>
          <p:nvPr/>
        </p:nvCxnSpPr>
        <p:spPr>
          <a:xfrm flipH="1">
            <a:off x="1934003" y="6016906"/>
            <a:ext cx="727615" cy="211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DB8E966-1265-1F7E-C755-DC0D98CD1602}"/>
              </a:ext>
            </a:extLst>
          </p:cNvPr>
          <p:cNvSpPr txBox="1"/>
          <p:nvPr/>
        </p:nvSpPr>
        <p:spPr>
          <a:xfrm>
            <a:off x="3638407" y="5047409"/>
            <a:ext cx="29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B050"/>
                </a:solidFill>
              </a:rPr>
              <a:t>L</a:t>
            </a:r>
            <a:endParaRPr lang="en-US" baseline="-25000" noProof="0" dirty="0">
              <a:solidFill>
                <a:srgbClr val="00B05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80D1A3-B68B-A651-78E1-A9F263040312}"/>
              </a:ext>
            </a:extLst>
          </p:cNvPr>
          <p:cNvSpPr txBox="1"/>
          <p:nvPr/>
        </p:nvSpPr>
        <p:spPr>
          <a:xfrm>
            <a:off x="3209306" y="5753152"/>
            <a:ext cx="69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70C0"/>
                </a:solidFill>
              </a:rPr>
              <a:t>W</a:t>
            </a:r>
            <a:r>
              <a:rPr lang="en-US" baseline="-25000" noProof="0" dirty="0">
                <a:solidFill>
                  <a:srgbClr val="0070C0"/>
                </a:solidFill>
              </a:rPr>
              <a:t>9,10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F6DBF61-4E02-BE05-D4AA-4BDAE59C63A7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flipH="1">
            <a:off x="3558302" y="5416741"/>
            <a:ext cx="225361" cy="33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06D1ED6-9352-0740-E3B4-23FCF5E3677F}"/>
              </a:ext>
            </a:extLst>
          </p:cNvPr>
          <p:cNvCxnSpPr>
            <a:cxnSpLocks/>
            <a:stCxn id="26" idx="3"/>
            <a:endCxn id="32" idx="1"/>
          </p:cNvCxnSpPr>
          <p:nvPr/>
        </p:nvCxnSpPr>
        <p:spPr>
          <a:xfrm flipV="1">
            <a:off x="2468879" y="5937818"/>
            <a:ext cx="740427" cy="474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3E06372-62CA-6A70-C5DF-304ECBD1C8B1}"/>
              </a:ext>
            </a:extLst>
          </p:cNvPr>
          <p:cNvSpPr txBox="1"/>
          <p:nvPr/>
        </p:nvSpPr>
        <p:spPr>
          <a:xfrm>
            <a:off x="3937302" y="5753152"/>
            <a:ext cx="845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70C0"/>
                </a:solidFill>
              </a:rPr>
              <a:t>V</a:t>
            </a:r>
            <a:r>
              <a:rPr lang="en-US" baseline="-25000" noProof="0" dirty="0">
                <a:solidFill>
                  <a:srgbClr val="0070C0"/>
                </a:solidFill>
              </a:rPr>
              <a:t>ea9,10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DF3E65C-1DDA-B854-2DEC-89D2681C120E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>
            <a:off x="3783663" y="5416741"/>
            <a:ext cx="576144" cy="33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AB954B1-7746-14FF-C436-BECDDC10F13C}"/>
              </a:ext>
            </a:extLst>
          </p:cNvPr>
          <p:cNvSpPr txBox="1"/>
          <p:nvPr/>
        </p:nvSpPr>
        <p:spPr>
          <a:xfrm>
            <a:off x="4053364" y="5040338"/>
            <a:ext cx="69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>
                <a:solidFill>
                  <a:srgbClr val="FF0000"/>
                </a:solidFill>
              </a:rPr>
              <a:t>V</a:t>
            </a:r>
            <a:r>
              <a:rPr lang="en-US" baseline="-25000" noProof="0" dirty="0" err="1">
                <a:solidFill>
                  <a:srgbClr val="FF0000"/>
                </a:solidFill>
              </a:rPr>
              <a:t>ea,l</a:t>
            </a:r>
            <a:endParaRPr lang="en-US" baseline="-25000" noProof="0" dirty="0">
              <a:solidFill>
                <a:srgbClr val="FF0000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354ABB9-E65D-125A-EF5E-8B07D114717F}"/>
              </a:ext>
            </a:extLst>
          </p:cNvPr>
          <p:cNvCxnSpPr>
            <a:cxnSpLocks/>
            <a:stCxn id="42" idx="2"/>
            <a:endCxn id="38" idx="0"/>
          </p:cNvCxnSpPr>
          <p:nvPr/>
        </p:nvCxnSpPr>
        <p:spPr>
          <a:xfrm flipH="1">
            <a:off x="4359807" y="5409670"/>
            <a:ext cx="42553" cy="343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3DF2952-F266-7ED8-637E-5AC610786EA7}"/>
              </a:ext>
            </a:extLst>
          </p:cNvPr>
          <p:cNvCxnSpPr>
            <a:cxnSpLocks/>
            <a:stCxn id="141" idx="2"/>
          </p:cNvCxnSpPr>
          <p:nvPr/>
        </p:nvCxnSpPr>
        <p:spPr>
          <a:xfrm flipH="1">
            <a:off x="2112264" y="5392902"/>
            <a:ext cx="4086320" cy="376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E806501-AB94-4D8A-1EE3-47AFFCA9C6FA}"/>
              </a:ext>
            </a:extLst>
          </p:cNvPr>
          <p:cNvCxnSpPr>
            <a:cxnSpLocks/>
          </p:cNvCxnSpPr>
          <p:nvPr/>
        </p:nvCxnSpPr>
        <p:spPr>
          <a:xfrm flipH="1">
            <a:off x="1320292" y="5887720"/>
            <a:ext cx="3053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1D6D1B1-649C-6617-3A0F-C72C70CEBF3E}"/>
              </a:ext>
            </a:extLst>
          </p:cNvPr>
          <p:cNvSpPr txBox="1"/>
          <p:nvPr/>
        </p:nvSpPr>
        <p:spPr>
          <a:xfrm>
            <a:off x="3473909" y="3798332"/>
            <a:ext cx="69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C</a:t>
            </a:r>
            <a:r>
              <a:rPr lang="en-US" baseline="-25000" dirty="0"/>
              <a:t>1,2</a:t>
            </a:r>
            <a:endParaRPr lang="en-US" baseline="-25000" noProof="0" dirty="0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F190F32-6BE6-4D14-1132-A2CDEF7B4859}"/>
              </a:ext>
            </a:extLst>
          </p:cNvPr>
          <p:cNvCxnSpPr>
            <a:stCxn id="32" idx="0"/>
            <a:endCxn id="93" idx="2"/>
          </p:cNvCxnSpPr>
          <p:nvPr/>
        </p:nvCxnSpPr>
        <p:spPr>
          <a:xfrm flipV="1">
            <a:off x="3558302" y="4167664"/>
            <a:ext cx="264603" cy="1585488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037B60B-6722-87D7-68A8-3CA8BFEEB188}"/>
              </a:ext>
            </a:extLst>
          </p:cNvPr>
          <p:cNvCxnSpPr>
            <a:stCxn id="30" idx="0"/>
            <a:endCxn id="93" idx="2"/>
          </p:cNvCxnSpPr>
          <p:nvPr/>
        </p:nvCxnSpPr>
        <p:spPr>
          <a:xfrm flipV="1">
            <a:off x="3783663" y="4167664"/>
            <a:ext cx="39242" cy="87974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2A3EE43-8715-409C-B7D0-6E43865B9ED4}"/>
              </a:ext>
            </a:extLst>
          </p:cNvPr>
          <p:cNvCxnSpPr>
            <a:endCxn id="93" idx="3"/>
          </p:cNvCxnSpPr>
          <p:nvPr/>
        </p:nvCxnSpPr>
        <p:spPr>
          <a:xfrm flipH="1">
            <a:off x="4171901" y="3533275"/>
            <a:ext cx="3663888" cy="449723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20F80B35-959D-7F20-5FDB-E610F53CD1A8}"/>
              </a:ext>
            </a:extLst>
          </p:cNvPr>
          <p:cNvCxnSpPr>
            <a:endCxn id="93" idx="0"/>
          </p:cNvCxnSpPr>
          <p:nvPr/>
        </p:nvCxnSpPr>
        <p:spPr>
          <a:xfrm flipH="1">
            <a:off x="3822905" y="1735675"/>
            <a:ext cx="4012884" cy="2062657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8334F61-8516-A64B-F1A9-42F8C5D282A1}"/>
              </a:ext>
            </a:extLst>
          </p:cNvPr>
          <p:cNvSpPr txBox="1"/>
          <p:nvPr/>
        </p:nvSpPr>
        <p:spPr>
          <a:xfrm>
            <a:off x="2833687" y="4050899"/>
            <a:ext cx="69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C</a:t>
            </a:r>
            <a:r>
              <a:rPr lang="en-US" baseline="-25000" dirty="0"/>
              <a:t>m</a:t>
            </a:r>
            <a:r>
              <a:rPr lang="en-US" dirty="0"/>
              <a:t>’</a:t>
            </a:r>
            <a:endParaRPr lang="en-US" noProof="0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A685CB46-6869-6482-3570-6C0D9E5B4AD1}"/>
              </a:ext>
            </a:extLst>
          </p:cNvPr>
          <p:cNvCxnSpPr>
            <a:cxnSpLocks/>
            <a:stCxn id="93" idx="1"/>
          </p:cNvCxnSpPr>
          <p:nvPr/>
        </p:nvCxnSpPr>
        <p:spPr>
          <a:xfrm flipH="1">
            <a:off x="3285172" y="3982998"/>
            <a:ext cx="188737" cy="129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D51A81A6-D4AA-CB2B-931F-499C6BBDD747}"/>
              </a:ext>
            </a:extLst>
          </p:cNvPr>
          <p:cNvCxnSpPr>
            <a:stCxn id="107" idx="1"/>
            <a:endCxn id="10" idx="2"/>
          </p:cNvCxnSpPr>
          <p:nvPr/>
        </p:nvCxnSpPr>
        <p:spPr>
          <a:xfrm flipH="1" flipV="1">
            <a:off x="1049274" y="3798332"/>
            <a:ext cx="1784413" cy="437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308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162</Words>
  <Application>Microsoft Office PowerPoint</Application>
  <PresentationFormat>Widescreen</PresentationFormat>
  <Paragraphs>71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Projet LELEC2650</vt:lpstr>
      <vt:lpstr>Equations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Warichet</dc:creator>
  <cp:lastModifiedBy>Robin Warichet</cp:lastModifiedBy>
  <cp:revision>1</cp:revision>
  <dcterms:created xsi:type="dcterms:W3CDTF">2025-11-08T16:02:05Z</dcterms:created>
  <dcterms:modified xsi:type="dcterms:W3CDTF">2025-11-13T08:52:13Z</dcterms:modified>
</cp:coreProperties>
</file>